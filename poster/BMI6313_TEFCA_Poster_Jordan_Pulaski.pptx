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
  </p:notesMasterIdLst>
  <p:sldIdLst>
    <p:sldId id="256" r:id="rId2"/>
  </p:sldIdLst>
  <p:sldSz cx="43891200" cy="32918400"/>
  <p:notesSz cx="21482050" cy="32454850"/>
  <p:custDataLst>
    <p:tags r:id="rId4"/>
  </p:custDataLst>
  <p:defaultTextStyle>
    <a:defPPr>
      <a:defRPr lang="en-US"/>
    </a:defPPr>
    <a:lvl1pPr algn="l" rtl="0" fontAlgn="base">
      <a:spcBef>
        <a:spcPct val="0"/>
      </a:spcBef>
      <a:spcAft>
        <a:spcPct val="0"/>
      </a:spcAft>
      <a:defRPr sz="6800" kern="1200">
        <a:solidFill>
          <a:schemeClr val="tx1"/>
        </a:solidFill>
        <a:latin typeface="Arial" charset="0"/>
        <a:ea typeface="+mn-ea"/>
        <a:cs typeface="+mn-cs"/>
      </a:defRPr>
    </a:lvl1pPr>
    <a:lvl2pPr marL="504382" algn="l" rtl="0" fontAlgn="base">
      <a:spcBef>
        <a:spcPct val="0"/>
      </a:spcBef>
      <a:spcAft>
        <a:spcPct val="0"/>
      </a:spcAft>
      <a:defRPr sz="6800" kern="1200">
        <a:solidFill>
          <a:schemeClr val="tx1"/>
        </a:solidFill>
        <a:latin typeface="Arial" charset="0"/>
        <a:ea typeface="+mn-ea"/>
        <a:cs typeface="+mn-cs"/>
      </a:defRPr>
    </a:lvl2pPr>
    <a:lvl3pPr marL="1008765" algn="l" rtl="0" fontAlgn="base">
      <a:spcBef>
        <a:spcPct val="0"/>
      </a:spcBef>
      <a:spcAft>
        <a:spcPct val="0"/>
      </a:spcAft>
      <a:defRPr sz="6800" kern="1200">
        <a:solidFill>
          <a:schemeClr val="tx1"/>
        </a:solidFill>
        <a:latin typeface="Arial" charset="0"/>
        <a:ea typeface="+mn-ea"/>
        <a:cs typeface="+mn-cs"/>
      </a:defRPr>
    </a:lvl3pPr>
    <a:lvl4pPr marL="1513147" algn="l" rtl="0" fontAlgn="base">
      <a:spcBef>
        <a:spcPct val="0"/>
      </a:spcBef>
      <a:spcAft>
        <a:spcPct val="0"/>
      </a:spcAft>
      <a:defRPr sz="6800" kern="1200">
        <a:solidFill>
          <a:schemeClr val="tx1"/>
        </a:solidFill>
        <a:latin typeface="Arial" charset="0"/>
        <a:ea typeface="+mn-ea"/>
        <a:cs typeface="+mn-cs"/>
      </a:defRPr>
    </a:lvl4pPr>
    <a:lvl5pPr marL="2017529" algn="l" rtl="0" fontAlgn="base">
      <a:spcBef>
        <a:spcPct val="0"/>
      </a:spcBef>
      <a:spcAft>
        <a:spcPct val="0"/>
      </a:spcAft>
      <a:defRPr sz="6800" kern="1200">
        <a:solidFill>
          <a:schemeClr val="tx1"/>
        </a:solidFill>
        <a:latin typeface="Arial" charset="0"/>
        <a:ea typeface="+mn-ea"/>
        <a:cs typeface="+mn-cs"/>
      </a:defRPr>
    </a:lvl5pPr>
    <a:lvl6pPr marL="2521911" algn="l" defTabSz="1008765" rtl="0" eaLnBrk="1" latinLnBrk="0" hangingPunct="1">
      <a:defRPr sz="6800" kern="1200">
        <a:solidFill>
          <a:schemeClr val="tx1"/>
        </a:solidFill>
        <a:latin typeface="Arial" charset="0"/>
        <a:ea typeface="+mn-ea"/>
        <a:cs typeface="+mn-cs"/>
      </a:defRPr>
    </a:lvl6pPr>
    <a:lvl7pPr marL="3026294" algn="l" defTabSz="1008765" rtl="0" eaLnBrk="1" latinLnBrk="0" hangingPunct="1">
      <a:defRPr sz="6800" kern="1200">
        <a:solidFill>
          <a:schemeClr val="tx1"/>
        </a:solidFill>
        <a:latin typeface="Arial" charset="0"/>
        <a:ea typeface="+mn-ea"/>
        <a:cs typeface="+mn-cs"/>
      </a:defRPr>
    </a:lvl7pPr>
    <a:lvl8pPr marL="3530676" algn="l" defTabSz="1008765" rtl="0" eaLnBrk="1" latinLnBrk="0" hangingPunct="1">
      <a:defRPr sz="6800" kern="1200">
        <a:solidFill>
          <a:schemeClr val="tx1"/>
        </a:solidFill>
        <a:latin typeface="Arial" charset="0"/>
        <a:ea typeface="+mn-ea"/>
        <a:cs typeface="+mn-cs"/>
      </a:defRPr>
    </a:lvl8pPr>
    <a:lvl9pPr marL="4035058" algn="l" defTabSz="1008765" rtl="0" eaLnBrk="1" latinLnBrk="0" hangingPunct="1">
      <a:defRPr sz="6800"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9936">
          <p15:clr>
            <a:srgbClr val="A4A3A4"/>
          </p15:clr>
        </p15:guide>
        <p15:guide id="2" orient="horz" pos="20304">
          <p15:clr>
            <a:srgbClr val="A4A3A4"/>
          </p15:clr>
        </p15:guide>
        <p15:guide id="3" orient="horz" pos="432">
          <p15:clr>
            <a:srgbClr val="A4A3A4"/>
          </p15:clr>
        </p15:guide>
        <p15:guide id="4" orient="horz" pos="3672">
          <p15:clr>
            <a:srgbClr val="A4A3A4"/>
          </p15:clr>
        </p15:guide>
        <p15:guide id="5" orient="horz" pos="1766">
          <p15:clr>
            <a:srgbClr val="A4A3A4"/>
          </p15:clr>
        </p15:guide>
        <p15:guide id="6" pos="384">
          <p15:clr>
            <a:srgbClr val="A4A3A4"/>
          </p15:clr>
        </p15:guide>
        <p15:guide id="7" pos="27264">
          <p15:clr>
            <a:srgbClr val="A4A3A4"/>
          </p15:clr>
        </p15:guide>
        <p15:guide id="8" pos="6144">
          <p15:clr>
            <a:srgbClr val="A4A3A4"/>
          </p15:clr>
        </p15:guide>
        <p15:guide id="9" pos="15744">
          <p15:clr>
            <a:srgbClr val="A4A3A4"/>
          </p15:clr>
        </p15:guide>
        <p15:guide id="10" pos="21504">
          <p15:clr>
            <a:srgbClr val="A4A3A4"/>
          </p15:clr>
        </p15:guide>
        <p15:guide id="11" pos="7488">
          <p15:clr>
            <a:srgbClr val="A4A3A4"/>
          </p15:clr>
        </p15:guide>
        <p15:guide id="12" pos="14400">
          <p15:clr>
            <a:srgbClr val="A4A3A4"/>
          </p15:clr>
        </p15:guide>
      </p15:sldGuideLst>
    </p:ext>
    <p:ext uri="{2D200454-40CA-4A62-9FC3-DE9A4176ACB9}">
      <p15:notesGuideLst xmlns:p15="http://schemas.microsoft.com/office/powerpoint/2012/main">
        <p15:guide id="1" orient="horz" pos="10222">
          <p15:clr>
            <a:srgbClr val="A4A3A4"/>
          </p15:clr>
        </p15:guide>
        <p15:guide id="2" pos="6766">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E79B"/>
    <a:srgbClr val="79DCFF"/>
    <a:srgbClr val="FFFFCC"/>
    <a:srgbClr val="CAE8AA"/>
    <a:srgbClr val="E7F4F5"/>
    <a:srgbClr val="A3E7FF"/>
    <a:srgbClr val="CB521E"/>
    <a:srgbClr val="AE6042"/>
    <a:srgbClr val="44697D"/>
    <a:srgbClr val="C1501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F8852F-3FCF-4736-A5DC-07A8B6B99125}" v="36" dt="2026-08-06T21:32:29.530"/>
  </p1510:revLst>
</p1510:revInfo>
</file>

<file path=ppt/tableStyles.xml><?xml version="1.0" encoding="utf-8"?>
<a:tblStyleLst xmlns:a="http://schemas.openxmlformats.org/drawingml/2006/main" def="{5C22544A-7EE6-4342-B048-85BDC9FD1C3A}">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3" autoAdjust="0"/>
    <p:restoredTop sz="92482" autoAdjust="0"/>
  </p:normalViewPr>
  <p:slideViewPr>
    <p:cSldViewPr>
      <p:cViewPr>
        <p:scale>
          <a:sx n="33" d="100"/>
          <a:sy n="33" d="100"/>
        </p:scale>
        <p:origin x="-1608" y="-1152"/>
      </p:cViewPr>
      <p:guideLst>
        <p:guide orient="horz" pos="9936"/>
        <p:guide orient="horz" pos="20304"/>
        <p:guide orient="horz" pos="432"/>
        <p:guide orient="horz" pos="3672"/>
        <p:guide orient="horz" pos="1766"/>
        <p:guide pos="384"/>
        <p:guide pos="27264"/>
        <p:guide pos="6144"/>
        <p:guide pos="15744"/>
        <p:guide pos="21504"/>
        <p:guide pos="7488"/>
        <p:guide pos="14400"/>
      </p:guideLst>
    </p:cSldViewPr>
  </p:slideViewPr>
  <p:notesTextViewPr>
    <p:cViewPr>
      <p:scale>
        <a:sx n="100" d="100"/>
        <a:sy n="100" d="100"/>
      </p:scale>
      <p:origin x="0" y="0"/>
    </p:cViewPr>
  </p:notesTextViewPr>
  <p:notesViewPr>
    <p:cSldViewPr>
      <p:cViewPr varScale="1">
        <p:scale>
          <a:sx n="24" d="100"/>
          <a:sy n="24" d="100"/>
        </p:scale>
        <p:origin x="-4044" y="-108"/>
      </p:cViewPr>
      <p:guideLst>
        <p:guide orient="horz" pos="10222"/>
        <p:guide pos="6766"/>
      </p:guideLst>
    </p:cSldViewPr>
  </p:notesViewPr>
  <p:gridSpacing cx="228600" cy="228600"/>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notesMaster" Target="notesMasters/notesMaster1.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10" Type="http://schemas.microsoft.com/office/2015/10/relationships/revisionInfo" Target="revisionInfo.xml"/><Relationship Id="rId4" Type="http://schemas.openxmlformats.org/officeDocument/2006/relationships/tags" Target="tags/tag1.xml"/><Relationship Id="rId9"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ulaski, Jordan A" userId="b59e5678-eb70-4bba-8605-0c3b286199fc" providerId="ADAL" clId="{ECF8852F-3FCF-4736-A5DC-07A8B6B99125}"/>
    <pc:docChg chg="undo redo custSel modSld">
      <pc:chgData name="Pulaski, Jordan A" userId="b59e5678-eb70-4bba-8605-0c3b286199fc" providerId="ADAL" clId="{ECF8852F-3FCF-4736-A5DC-07A8B6B99125}" dt="2026-08-07T08:55:23.097" v="1436" actId="20577"/>
      <pc:docMkLst>
        <pc:docMk/>
      </pc:docMkLst>
      <pc:sldChg chg="addSp delSp modSp mod">
        <pc:chgData name="Pulaski, Jordan A" userId="b59e5678-eb70-4bba-8605-0c3b286199fc" providerId="ADAL" clId="{ECF8852F-3FCF-4736-A5DC-07A8B6B99125}" dt="2026-08-07T08:55:23.097" v="1436" actId="20577"/>
        <pc:sldMkLst>
          <pc:docMk/>
          <pc:sldMk cId="0" sldId="256"/>
        </pc:sldMkLst>
        <pc:spChg chg="mod">
          <ac:chgData name="Pulaski, Jordan A" userId="b59e5678-eb70-4bba-8605-0c3b286199fc" providerId="ADAL" clId="{ECF8852F-3FCF-4736-A5DC-07A8B6B99125}" dt="2026-08-04T20:31:06.199" v="584" actId="1076"/>
          <ac:spMkLst>
            <pc:docMk/>
            <pc:sldMk cId="0" sldId="256"/>
            <ac:spMk id="6" creationId="{00000000-0000-0000-0000-000000000000}"/>
          </ac:spMkLst>
        </pc:spChg>
        <pc:spChg chg="mod">
          <ac:chgData name="Pulaski, Jordan A" userId="b59e5678-eb70-4bba-8605-0c3b286199fc" providerId="ADAL" clId="{ECF8852F-3FCF-4736-A5DC-07A8B6B99125}" dt="2026-08-06T21:24:25.675" v="1188" actId="1076"/>
          <ac:spMkLst>
            <pc:docMk/>
            <pc:sldMk cId="0" sldId="256"/>
            <ac:spMk id="11" creationId="{5B86F263-CCBD-8F74-7C4A-DA7AE3E35802}"/>
          </ac:spMkLst>
        </pc:spChg>
        <pc:spChg chg="mod">
          <ac:chgData name="Pulaski, Jordan A" userId="b59e5678-eb70-4bba-8605-0c3b286199fc" providerId="ADAL" clId="{ECF8852F-3FCF-4736-A5DC-07A8B6B99125}" dt="2026-08-07T02:27:45.261" v="1231" actId="1076"/>
          <ac:spMkLst>
            <pc:docMk/>
            <pc:sldMk cId="0" sldId="256"/>
            <ac:spMk id="16" creationId="{74FE048F-31DE-1509-501D-9CA3376B31BF}"/>
          </ac:spMkLst>
        </pc:spChg>
        <pc:spChg chg="mod">
          <ac:chgData name="Pulaski, Jordan A" userId="b59e5678-eb70-4bba-8605-0c3b286199fc" providerId="ADAL" clId="{ECF8852F-3FCF-4736-A5DC-07A8B6B99125}" dt="2026-08-04T20:16:33.719" v="429" actId="14100"/>
          <ac:spMkLst>
            <pc:docMk/>
            <pc:sldMk cId="0" sldId="256"/>
            <ac:spMk id="18" creationId="{4D8920F3-11E9-EDDF-8C4B-DD0C8E7CB750}"/>
          </ac:spMkLst>
        </pc:spChg>
        <pc:spChg chg="mod">
          <ac:chgData name="Pulaski, Jordan A" userId="b59e5678-eb70-4bba-8605-0c3b286199fc" providerId="ADAL" clId="{ECF8852F-3FCF-4736-A5DC-07A8B6B99125}" dt="2026-08-07T08:52:38.810" v="1369" actId="20577"/>
          <ac:spMkLst>
            <pc:docMk/>
            <pc:sldMk cId="0" sldId="256"/>
            <ac:spMk id="21" creationId="{00000000-0000-0000-0000-000000000000}"/>
          </ac:spMkLst>
        </pc:spChg>
        <pc:spChg chg="mod">
          <ac:chgData name="Pulaski, Jordan A" userId="b59e5678-eb70-4bba-8605-0c3b286199fc" providerId="ADAL" clId="{ECF8852F-3FCF-4736-A5DC-07A8B6B99125}" dt="2026-07-27T20:40:34.675" v="157" actId="1076"/>
          <ac:spMkLst>
            <pc:docMk/>
            <pc:sldMk cId="0" sldId="256"/>
            <ac:spMk id="25" creationId="{00000000-0000-0000-0000-000000000000}"/>
          </ac:spMkLst>
        </pc:spChg>
        <pc:spChg chg="mod">
          <ac:chgData name="Pulaski, Jordan A" userId="b59e5678-eb70-4bba-8605-0c3b286199fc" providerId="ADAL" clId="{ECF8852F-3FCF-4736-A5DC-07A8B6B99125}" dt="2026-08-07T08:54:24.793" v="1423" actId="14100"/>
          <ac:spMkLst>
            <pc:docMk/>
            <pc:sldMk cId="0" sldId="256"/>
            <ac:spMk id="27" creationId="{00000000-0000-0000-0000-000000000000}"/>
          </ac:spMkLst>
        </pc:spChg>
        <pc:spChg chg="mod">
          <ac:chgData name="Pulaski, Jordan A" userId="b59e5678-eb70-4bba-8605-0c3b286199fc" providerId="ADAL" clId="{ECF8852F-3FCF-4736-A5DC-07A8B6B99125}" dt="2026-08-06T21:23:22.571" v="1183" actId="1076"/>
          <ac:spMkLst>
            <pc:docMk/>
            <pc:sldMk cId="0" sldId="256"/>
            <ac:spMk id="29" creationId="{00000000-0000-0000-0000-000000000000}"/>
          </ac:spMkLst>
        </pc:spChg>
        <pc:spChg chg="mod">
          <ac:chgData name="Pulaski, Jordan A" userId="b59e5678-eb70-4bba-8605-0c3b286199fc" providerId="ADAL" clId="{ECF8852F-3FCF-4736-A5DC-07A8B6B99125}" dt="2026-07-27T21:03:13.694" v="230"/>
          <ac:spMkLst>
            <pc:docMk/>
            <pc:sldMk cId="0" sldId="256"/>
            <ac:spMk id="30" creationId="{00000000-0000-0000-0000-000000000000}"/>
          </ac:spMkLst>
        </pc:spChg>
        <pc:spChg chg="mod">
          <ac:chgData name="Pulaski, Jordan A" userId="b59e5678-eb70-4bba-8605-0c3b286199fc" providerId="ADAL" clId="{ECF8852F-3FCF-4736-A5DC-07A8B6B99125}" dt="2026-08-07T08:54:33.076" v="1424" actId="1076"/>
          <ac:spMkLst>
            <pc:docMk/>
            <pc:sldMk cId="0" sldId="256"/>
            <ac:spMk id="33" creationId="{00000000-0000-0000-0000-000000000000}"/>
          </ac:spMkLst>
        </pc:spChg>
        <pc:spChg chg="mod">
          <ac:chgData name="Pulaski, Jordan A" userId="b59e5678-eb70-4bba-8605-0c3b286199fc" providerId="ADAL" clId="{ECF8852F-3FCF-4736-A5DC-07A8B6B99125}" dt="2026-08-07T08:55:11.708" v="1428"/>
          <ac:spMkLst>
            <pc:docMk/>
            <pc:sldMk cId="0" sldId="256"/>
            <ac:spMk id="34" creationId="{00000000-0000-0000-0000-000000000000}"/>
          </ac:spMkLst>
        </pc:spChg>
        <pc:spChg chg="mod">
          <ac:chgData name="Pulaski, Jordan A" userId="b59e5678-eb70-4bba-8605-0c3b286199fc" providerId="ADAL" clId="{ECF8852F-3FCF-4736-A5DC-07A8B6B99125}" dt="2026-08-07T08:54:19.385" v="1422" actId="14100"/>
          <ac:spMkLst>
            <pc:docMk/>
            <pc:sldMk cId="0" sldId="256"/>
            <ac:spMk id="35" creationId="{00000000-0000-0000-0000-000000000000}"/>
          </ac:spMkLst>
        </pc:spChg>
        <pc:spChg chg="mod">
          <ac:chgData name="Pulaski, Jordan A" userId="b59e5678-eb70-4bba-8605-0c3b286199fc" providerId="ADAL" clId="{ECF8852F-3FCF-4736-A5DC-07A8B6B99125}" dt="2026-07-27T21:04:10.194" v="234" actId="14100"/>
          <ac:spMkLst>
            <pc:docMk/>
            <pc:sldMk cId="0" sldId="256"/>
            <ac:spMk id="36" creationId="{00000000-0000-0000-0000-000000000000}"/>
          </ac:spMkLst>
        </pc:spChg>
        <pc:spChg chg="mod">
          <ac:chgData name="Pulaski, Jordan A" userId="b59e5678-eb70-4bba-8605-0c3b286199fc" providerId="ADAL" clId="{ECF8852F-3FCF-4736-A5DC-07A8B6B99125}" dt="2026-08-07T02:30:44.343" v="1256" actId="14100"/>
          <ac:spMkLst>
            <pc:docMk/>
            <pc:sldMk cId="0" sldId="256"/>
            <ac:spMk id="41" creationId="{AA430F72-F0A3-C4C6-3143-C7E47E5CC028}"/>
          </ac:spMkLst>
        </pc:spChg>
        <pc:spChg chg="mod">
          <ac:chgData name="Pulaski, Jordan A" userId="b59e5678-eb70-4bba-8605-0c3b286199fc" providerId="ADAL" clId="{ECF8852F-3FCF-4736-A5DC-07A8B6B99125}" dt="2026-08-07T02:30:58.933" v="1257" actId="14100"/>
          <ac:spMkLst>
            <pc:docMk/>
            <pc:sldMk cId="0" sldId="256"/>
            <ac:spMk id="49" creationId="{92DA4AB8-32F5-8A8D-59CF-B9D79A7BC59B}"/>
          </ac:spMkLst>
        </pc:spChg>
        <pc:spChg chg="mod">
          <ac:chgData name="Pulaski, Jordan A" userId="b59e5678-eb70-4bba-8605-0c3b286199fc" providerId="ADAL" clId="{ECF8852F-3FCF-4736-A5DC-07A8B6B99125}" dt="2026-08-07T02:30:32.217" v="1255" actId="14100"/>
          <ac:spMkLst>
            <pc:docMk/>
            <pc:sldMk cId="0" sldId="256"/>
            <ac:spMk id="50" creationId="{1D544CF1-B90D-8C60-D389-B72F777172D5}"/>
          </ac:spMkLst>
        </pc:spChg>
        <pc:spChg chg="mod">
          <ac:chgData name="Pulaski, Jordan A" userId="b59e5678-eb70-4bba-8605-0c3b286199fc" providerId="ADAL" clId="{ECF8852F-3FCF-4736-A5DC-07A8B6B99125}" dt="2026-08-07T02:29:07.875" v="1242" actId="5793"/>
          <ac:spMkLst>
            <pc:docMk/>
            <pc:sldMk cId="0" sldId="256"/>
            <ac:spMk id="53" creationId="{52E971C5-2597-B2AA-3A23-EAE3947F795E}"/>
          </ac:spMkLst>
        </pc:spChg>
        <pc:spChg chg="mod">
          <ac:chgData name="Pulaski, Jordan A" userId="b59e5678-eb70-4bba-8605-0c3b286199fc" providerId="ADAL" clId="{ECF8852F-3FCF-4736-A5DC-07A8B6B99125}" dt="2026-08-06T21:24:05.787" v="1186" actId="14100"/>
          <ac:spMkLst>
            <pc:docMk/>
            <pc:sldMk cId="0" sldId="256"/>
            <ac:spMk id="61" creationId="{2EDA1001-BDAB-96D5-C6E6-759B2635D8C1}"/>
          </ac:spMkLst>
        </pc:spChg>
        <pc:spChg chg="mod">
          <ac:chgData name="Pulaski, Jordan A" userId="b59e5678-eb70-4bba-8605-0c3b286199fc" providerId="ADAL" clId="{ECF8852F-3FCF-4736-A5DC-07A8B6B99125}" dt="2026-08-07T08:55:23.097" v="1436" actId="20577"/>
          <ac:spMkLst>
            <pc:docMk/>
            <pc:sldMk cId="0" sldId="256"/>
            <ac:spMk id="1025" creationId="{1A4C4739-BF4A-89E8-7CF5-5DB5D1B45FAE}"/>
          </ac:spMkLst>
        </pc:spChg>
        <pc:spChg chg="mod">
          <ac:chgData name="Pulaski, Jordan A" userId="b59e5678-eb70-4bba-8605-0c3b286199fc" providerId="ADAL" clId="{ECF8852F-3FCF-4736-A5DC-07A8B6B99125}" dt="2026-08-07T08:54:08.455" v="1421" actId="14100"/>
          <ac:spMkLst>
            <pc:docMk/>
            <pc:sldMk cId="0" sldId="256"/>
            <ac:spMk id="1033" creationId="{FDB23A6E-5FE5-7133-FBB7-85483EC23619}"/>
          </ac:spMkLst>
        </pc:spChg>
        <pc:spChg chg="mod">
          <ac:chgData name="Pulaski, Jordan A" userId="b59e5678-eb70-4bba-8605-0c3b286199fc" providerId="ADAL" clId="{ECF8852F-3FCF-4736-A5DC-07A8B6B99125}" dt="2026-08-06T21:24:39.088" v="1189" actId="1076"/>
          <ac:spMkLst>
            <pc:docMk/>
            <pc:sldMk cId="0" sldId="256"/>
            <ac:spMk id="1039" creationId="{E0E0A4BE-228B-5BEB-54BA-52C613362C28}"/>
          </ac:spMkLst>
        </pc:spChg>
        <pc:spChg chg="mod">
          <ac:chgData name="Pulaski, Jordan A" userId="b59e5678-eb70-4bba-8605-0c3b286199fc" providerId="ADAL" clId="{ECF8852F-3FCF-4736-A5DC-07A8B6B99125}" dt="2026-08-07T02:28:26.916" v="1236" actId="207"/>
          <ac:spMkLst>
            <pc:docMk/>
            <pc:sldMk cId="0" sldId="256"/>
            <ac:spMk id="1052" creationId="{ECAF7F30-4242-F28F-CC63-2CF9D23A54BF}"/>
          </ac:spMkLst>
        </pc:spChg>
        <pc:spChg chg="mod">
          <ac:chgData name="Pulaski, Jordan A" userId="b59e5678-eb70-4bba-8605-0c3b286199fc" providerId="ADAL" clId="{ECF8852F-3FCF-4736-A5DC-07A8B6B99125}" dt="2026-08-06T20:33:18.684" v="1165" actId="14100"/>
          <ac:spMkLst>
            <pc:docMk/>
            <pc:sldMk cId="0" sldId="256"/>
            <ac:spMk id="1056" creationId="{F140CDA7-5B52-B7EA-8E16-C3C4D6246264}"/>
          </ac:spMkLst>
        </pc:spChg>
        <pc:spChg chg="add mod">
          <ac:chgData name="Pulaski, Jordan A" userId="b59e5678-eb70-4bba-8605-0c3b286199fc" providerId="ADAL" clId="{ECF8852F-3FCF-4736-A5DC-07A8B6B99125}" dt="2026-07-27T21:11:39.113" v="345" actId="1076"/>
          <ac:spMkLst>
            <pc:docMk/>
            <pc:sldMk cId="0" sldId="256"/>
            <ac:spMk id="1067" creationId="{90FF7E03-AF81-5A22-01FA-EF6B8005E07B}"/>
          </ac:spMkLst>
        </pc:spChg>
        <pc:spChg chg="add mod">
          <ac:chgData name="Pulaski, Jordan A" userId="b59e5678-eb70-4bba-8605-0c3b286199fc" providerId="ADAL" clId="{ECF8852F-3FCF-4736-A5DC-07A8B6B99125}" dt="2026-08-06T21:32:29.527" v="1228" actId="1076"/>
          <ac:spMkLst>
            <pc:docMk/>
            <pc:sldMk cId="0" sldId="256"/>
            <ac:spMk id="1069" creationId="{1119BEB3-184E-0733-EF53-DC6A69720D61}"/>
          </ac:spMkLst>
        </pc:spChg>
        <pc:spChg chg="mod">
          <ac:chgData name="Pulaski, Jordan A" userId="b59e5678-eb70-4bba-8605-0c3b286199fc" providerId="ADAL" clId="{ECF8852F-3FCF-4736-A5DC-07A8B6B99125}" dt="2026-08-06T20:33:01.798" v="1161" actId="1076"/>
          <ac:spMkLst>
            <pc:docMk/>
            <pc:sldMk cId="0" sldId="256"/>
            <ac:spMk id="2050" creationId="{00000000-0000-0000-0000-000000000000}"/>
          </ac:spMkLst>
        </pc:spChg>
        <pc:spChg chg="mod">
          <ac:chgData name="Pulaski, Jordan A" userId="b59e5678-eb70-4bba-8605-0c3b286199fc" providerId="ADAL" clId="{ECF8852F-3FCF-4736-A5DC-07A8B6B99125}" dt="2026-08-07T08:51:25.833" v="1287" actId="14100"/>
          <ac:spMkLst>
            <pc:docMk/>
            <pc:sldMk cId="0" sldId="256"/>
            <ac:spMk id="2051" creationId="{00000000-0000-0000-0000-000000000000}"/>
          </ac:spMkLst>
        </pc:spChg>
        <pc:spChg chg="mod">
          <ac:chgData name="Pulaski, Jordan A" userId="b59e5678-eb70-4bba-8605-0c3b286199fc" providerId="ADAL" clId="{ECF8852F-3FCF-4736-A5DC-07A8B6B99125}" dt="2026-08-06T20:23:11.132" v="1070" actId="1076"/>
          <ac:spMkLst>
            <pc:docMk/>
            <pc:sldMk cId="0" sldId="256"/>
            <ac:spMk id="2057" creationId="{00000000-0000-0000-0000-000000000000}"/>
          </ac:spMkLst>
        </pc:spChg>
        <pc:graphicFrameChg chg="modGraphic">
          <ac:chgData name="Pulaski, Jordan A" userId="b59e5678-eb70-4bba-8605-0c3b286199fc" providerId="ADAL" clId="{ECF8852F-3FCF-4736-A5DC-07A8B6B99125}" dt="2026-08-06T20:14:09.681" v="932" actId="403"/>
          <ac:graphicFrameMkLst>
            <pc:docMk/>
            <pc:sldMk cId="0" sldId="256"/>
            <ac:graphicFrameMk id="9" creationId="{C91030CC-5967-3D82-32C6-E8F574FD0450}"/>
          </ac:graphicFrameMkLst>
        </pc:graphicFrameChg>
        <pc:picChg chg="mod">
          <ac:chgData name="Pulaski, Jordan A" userId="b59e5678-eb70-4bba-8605-0c3b286199fc" providerId="ADAL" clId="{ECF8852F-3FCF-4736-A5DC-07A8B6B99125}" dt="2026-08-06T20:24:54.194" v="1083" actId="1076"/>
          <ac:picMkLst>
            <pc:docMk/>
            <pc:sldMk cId="0" sldId="256"/>
            <ac:picMk id="2" creationId="{00000000-0000-0000-0000-000000000000}"/>
          </ac:picMkLst>
        </pc:picChg>
        <pc:picChg chg="mod">
          <ac:chgData name="Pulaski, Jordan A" userId="b59e5678-eb70-4bba-8605-0c3b286199fc" providerId="ADAL" clId="{ECF8852F-3FCF-4736-A5DC-07A8B6B99125}" dt="2026-08-06T20:33:10.699" v="1163" actId="1076"/>
          <ac:picMkLst>
            <pc:docMk/>
            <pc:sldMk cId="0" sldId="256"/>
            <ac:picMk id="1054" creationId="{758EA137-C048-0225-7DCD-24A1F8C2EFEA}"/>
          </ac:picMkLst>
        </pc:picChg>
        <pc:picChg chg="mod">
          <ac:chgData name="Pulaski, Jordan A" userId="b59e5678-eb70-4bba-8605-0c3b286199fc" providerId="ADAL" clId="{ECF8852F-3FCF-4736-A5DC-07A8B6B99125}" dt="2026-08-06T20:32:11.004" v="1150" actId="1076"/>
          <ac:picMkLst>
            <pc:docMk/>
            <pc:sldMk cId="0" sldId="256"/>
            <ac:picMk id="1064" creationId="{5D15A370-C4E4-A783-B6E2-F2E3FA2DD4C1}"/>
          </ac:picMkLst>
        </pc:picChg>
        <pc:cxnChg chg="mod">
          <ac:chgData name="Pulaski, Jordan A" userId="b59e5678-eb70-4bba-8605-0c3b286199fc" providerId="ADAL" clId="{ECF8852F-3FCF-4736-A5DC-07A8B6B99125}" dt="2026-08-06T21:31:12.289" v="1223" actId="1076"/>
          <ac:cxnSpMkLst>
            <pc:docMk/>
            <pc:sldMk cId="0" sldId="256"/>
            <ac:cxnSpMk id="43" creationId="{05BDB7AD-1FB8-6389-E3C0-6AE43F16E298}"/>
          </ac:cxnSpMkLst>
        </pc:cxnChg>
        <pc:cxnChg chg="mod">
          <ac:chgData name="Pulaski, Jordan A" userId="b59e5678-eb70-4bba-8605-0c3b286199fc" providerId="ADAL" clId="{ECF8852F-3FCF-4736-A5DC-07A8B6B99125}" dt="2026-08-06T21:30:59.701" v="1221" actId="1076"/>
          <ac:cxnSpMkLst>
            <pc:docMk/>
            <pc:sldMk cId="0" sldId="256"/>
            <ac:cxnSpMk id="51" creationId="{B9FF13B0-C6A4-C88B-D80E-C659E1674CD3}"/>
          </ac:cxnSpMkLst>
        </pc:cxn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hdr" sz="quarter"/>
          </p:nvPr>
        </p:nvSpPr>
        <p:spPr bwMode="auto">
          <a:xfrm>
            <a:off x="0" y="0"/>
            <a:ext cx="9309100" cy="1622425"/>
          </a:xfrm>
          <a:prstGeom prst="rect">
            <a:avLst/>
          </a:prstGeom>
          <a:noFill/>
          <a:ln w="9525">
            <a:noFill/>
            <a:miter lim="800000"/>
            <a:headEnd/>
            <a:tailEnd/>
          </a:ln>
          <a:effectLst/>
        </p:spPr>
        <p:txBody>
          <a:bodyPr vert="horz" wrap="square" lIns="308208" tIns="154104" rIns="308208" bIns="154104" numCol="1" anchor="t" anchorCtr="0" compatLnSpc="1">
            <a:prstTxWarp prst="textNoShape">
              <a:avLst/>
            </a:prstTxWarp>
          </a:bodyPr>
          <a:lstStyle>
            <a:lvl1pPr>
              <a:defRPr sz="4000"/>
            </a:lvl1pPr>
          </a:lstStyle>
          <a:p>
            <a:pPr>
              <a:defRPr/>
            </a:pPr>
            <a:endParaRPr lang="en-US"/>
          </a:p>
        </p:txBody>
      </p:sp>
      <p:sp>
        <p:nvSpPr>
          <p:cNvPr id="3075" name="Rectangle 3"/>
          <p:cNvSpPr>
            <a:spLocks noGrp="1" noChangeArrowheads="1"/>
          </p:cNvSpPr>
          <p:nvPr>
            <p:ph type="dt" idx="1"/>
          </p:nvPr>
        </p:nvSpPr>
        <p:spPr bwMode="auto">
          <a:xfrm>
            <a:off x="12168188" y="0"/>
            <a:ext cx="9309100" cy="1622425"/>
          </a:xfrm>
          <a:prstGeom prst="rect">
            <a:avLst/>
          </a:prstGeom>
          <a:noFill/>
          <a:ln w="9525">
            <a:noFill/>
            <a:miter lim="800000"/>
            <a:headEnd/>
            <a:tailEnd/>
          </a:ln>
          <a:effectLst/>
        </p:spPr>
        <p:txBody>
          <a:bodyPr vert="horz" wrap="square" lIns="308208" tIns="154104" rIns="308208" bIns="154104" numCol="1" anchor="t" anchorCtr="0" compatLnSpc="1">
            <a:prstTxWarp prst="textNoShape">
              <a:avLst/>
            </a:prstTxWarp>
          </a:bodyPr>
          <a:lstStyle>
            <a:lvl1pPr algn="r">
              <a:defRPr sz="4000"/>
            </a:lvl1pPr>
          </a:lstStyle>
          <a:p>
            <a:pPr>
              <a:defRPr/>
            </a:pPr>
            <a:endParaRPr lang="en-US"/>
          </a:p>
        </p:txBody>
      </p:sp>
      <p:sp>
        <p:nvSpPr>
          <p:cNvPr id="3076" name="Rectangle 4"/>
          <p:cNvSpPr>
            <a:spLocks noGrp="1" noRot="1" noChangeAspect="1" noChangeArrowheads="1" noTextEdit="1"/>
          </p:cNvSpPr>
          <p:nvPr>
            <p:ph type="sldImg" idx="2"/>
          </p:nvPr>
        </p:nvSpPr>
        <p:spPr bwMode="auto">
          <a:xfrm>
            <a:off x="2627313" y="2433638"/>
            <a:ext cx="16227425" cy="12171362"/>
          </a:xfrm>
          <a:prstGeom prst="rect">
            <a:avLst/>
          </a:prstGeom>
          <a:noFill/>
          <a:ln w="9525">
            <a:solidFill>
              <a:srgbClr val="000000"/>
            </a:solidFill>
            <a:miter lim="800000"/>
            <a:headEnd/>
            <a:tailEnd/>
          </a:ln>
        </p:spPr>
      </p:sp>
      <p:sp>
        <p:nvSpPr>
          <p:cNvPr id="3077" name="Rectangle 5"/>
          <p:cNvSpPr>
            <a:spLocks noGrp="1" noChangeArrowheads="1"/>
          </p:cNvSpPr>
          <p:nvPr>
            <p:ph type="body" sz="quarter" idx="3"/>
          </p:nvPr>
        </p:nvSpPr>
        <p:spPr bwMode="auto">
          <a:xfrm>
            <a:off x="2147888" y="15416213"/>
            <a:ext cx="17186275" cy="14605000"/>
          </a:xfrm>
          <a:prstGeom prst="rect">
            <a:avLst/>
          </a:prstGeom>
          <a:noFill/>
          <a:ln w="9525">
            <a:noFill/>
            <a:miter lim="800000"/>
            <a:headEnd/>
            <a:tailEnd/>
          </a:ln>
          <a:effectLst/>
        </p:spPr>
        <p:txBody>
          <a:bodyPr vert="horz" wrap="square" lIns="308208" tIns="154104" rIns="308208" bIns="154104"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078" name="Rectangle 6"/>
          <p:cNvSpPr>
            <a:spLocks noGrp="1" noChangeArrowheads="1"/>
          </p:cNvSpPr>
          <p:nvPr>
            <p:ph type="ftr" sz="quarter" idx="4"/>
          </p:nvPr>
        </p:nvSpPr>
        <p:spPr bwMode="auto">
          <a:xfrm>
            <a:off x="0" y="30826075"/>
            <a:ext cx="9309100" cy="1622425"/>
          </a:xfrm>
          <a:prstGeom prst="rect">
            <a:avLst/>
          </a:prstGeom>
          <a:noFill/>
          <a:ln w="9525">
            <a:noFill/>
            <a:miter lim="800000"/>
            <a:headEnd/>
            <a:tailEnd/>
          </a:ln>
          <a:effectLst/>
        </p:spPr>
        <p:txBody>
          <a:bodyPr vert="horz" wrap="square" lIns="308208" tIns="154104" rIns="308208" bIns="154104" numCol="1" anchor="b" anchorCtr="0" compatLnSpc="1">
            <a:prstTxWarp prst="textNoShape">
              <a:avLst/>
            </a:prstTxWarp>
          </a:bodyPr>
          <a:lstStyle>
            <a:lvl1pPr>
              <a:defRPr sz="4000"/>
            </a:lvl1pPr>
          </a:lstStyle>
          <a:p>
            <a:pPr>
              <a:defRPr/>
            </a:pPr>
            <a:endParaRPr lang="en-US"/>
          </a:p>
        </p:txBody>
      </p:sp>
      <p:sp>
        <p:nvSpPr>
          <p:cNvPr id="3079" name="Rectangle 7"/>
          <p:cNvSpPr>
            <a:spLocks noGrp="1" noChangeArrowheads="1"/>
          </p:cNvSpPr>
          <p:nvPr>
            <p:ph type="sldNum" sz="quarter" idx="5"/>
          </p:nvPr>
        </p:nvSpPr>
        <p:spPr bwMode="auto">
          <a:xfrm>
            <a:off x="12168188" y="30826075"/>
            <a:ext cx="9309100" cy="1622425"/>
          </a:xfrm>
          <a:prstGeom prst="rect">
            <a:avLst/>
          </a:prstGeom>
          <a:noFill/>
          <a:ln w="9525">
            <a:noFill/>
            <a:miter lim="800000"/>
            <a:headEnd/>
            <a:tailEnd/>
          </a:ln>
          <a:effectLst/>
        </p:spPr>
        <p:txBody>
          <a:bodyPr vert="horz" wrap="square" lIns="308208" tIns="154104" rIns="308208" bIns="154104" numCol="1" anchor="b" anchorCtr="0" compatLnSpc="1">
            <a:prstTxWarp prst="textNoShape">
              <a:avLst/>
            </a:prstTxWarp>
          </a:bodyPr>
          <a:lstStyle>
            <a:lvl1pPr algn="r">
              <a:defRPr sz="4000"/>
            </a:lvl1pPr>
          </a:lstStyle>
          <a:p>
            <a:pPr>
              <a:defRPr/>
            </a:pPr>
            <a:fld id="{732CF5D4-B7C8-45C4-8D0E-09F4306A9ED5}" type="slidenum">
              <a:rPr lang="en-US"/>
              <a:pPr>
                <a:defRPr/>
              </a:pPr>
              <a:t>‹#›</a:t>
            </a:fld>
            <a:endParaRPr lang="en-US"/>
          </a:p>
        </p:txBody>
      </p:sp>
    </p:spTree>
    <p:extLst>
      <p:ext uri="{BB962C8B-B14F-4D97-AF65-F5344CB8AC3E}">
        <p14:creationId xmlns:p14="http://schemas.microsoft.com/office/powerpoint/2010/main" val="232949733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300" kern="1200">
        <a:solidFill>
          <a:schemeClr val="tx1"/>
        </a:solidFill>
        <a:latin typeface="Arial" charset="0"/>
        <a:ea typeface="+mn-ea"/>
        <a:cs typeface="+mn-cs"/>
      </a:defRPr>
    </a:lvl1pPr>
    <a:lvl2pPr marL="504382" algn="l" rtl="0" eaLnBrk="0" fontAlgn="base" hangingPunct="0">
      <a:spcBef>
        <a:spcPct val="30000"/>
      </a:spcBef>
      <a:spcAft>
        <a:spcPct val="0"/>
      </a:spcAft>
      <a:defRPr sz="1300" kern="1200">
        <a:solidFill>
          <a:schemeClr val="tx1"/>
        </a:solidFill>
        <a:latin typeface="Arial" charset="0"/>
        <a:ea typeface="+mn-ea"/>
        <a:cs typeface="+mn-cs"/>
      </a:defRPr>
    </a:lvl2pPr>
    <a:lvl3pPr marL="1008765" algn="l" rtl="0" eaLnBrk="0" fontAlgn="base" hangingPunct="0">
      <a:spcBef>
        <a:spcPct val="30000"/>
      </a:spcBef>
      <a:spcAft>
        <a:spcPct val="0"/>
      </a:spcAft>
      <a:defRPr sz="1300" kern="1200">
        <a:solidFill>
          <a:schemeClr val="tx1"/>
        </a:solidFill>
        <a:latin typeface="Arial" charset="0"/>
        <a:ea typeface="+mn-ea"/>
        <a:cs typeface="+mn-cs"/>
      </a:defRPr>
    </a:lvl3pPr>
    <a:lvl4pPr marL="1513147" algn="l" rtl="0" eaLnBrk="0" fontAlgn="base" hangingPunct="0">
      <a:spcBef>
        <a:spcPct val="30000"/>
      </a:spcBef>
      <a:spcAft>
        <a:spcPct val="0"/>
      </a:spcAft>
      <a:defRPr sz="1300" kern="1200">
        <a:solidFill>
          <a:schemeClr val="tx1"/>
        </a:solidFill>
        <a:latin typeface="Arial" charset="0"/>
        <a:ea typeface="+mn-ea"/>
        <a:cs typeface="+mn-cs"/>
      </a:defRPr>
    </a:lvl4pPr>
    <a:lvl5pPr marL="2017529" algn="l" rtl="0" eaLnBrk="0" fontAlgn="base" hangingPunct="0">
      <a:spcBef>
        <a:spcPct val="30000"/>
      </a:spcBef>
      <a:spcAft>
        <a:spcPct val="0"/>
      </a:spcAft>
      <a:defRPr sz="1300" kern="1200">
        <a:solidFill>
          <a:schemeClr val="tx1"/>
        </a:solidFill>
        <a:latin typeface="Arial" charset="0"/>
        <a:ea typeface="+mn-ea"/>
        <a:cs typeface="+mn-cs"/>
      </a:defRPr>
    </a:lvl5pPr>
    <a:lvl6pPr marL="2521911" algn="l" defTabSz="1008765" rtl="0" eaLnBrk="1" latinLnBrk="0" hangingPunct="1">
      <a:defRPr sz="1300" kern="1200">
        <a:solidFill>
          <a:schemeClr val="tx1"/>
        </a:solidFill>
        <a:latin typeface="+mn-lt"/>
        <a:ea typeface="+mn-ea"/>
        <a:cs typeface="+mn-cs"/>
      </a:defRPr>
    </a:lvl6pPr>
    <a:lvl7pPr marL="3026294" algn="l" defTabSz="1008765" rtl="0" eaLnBrk="1" latinLnBrk="0" hangingPunct="1">
      <a:defRPr sz="1300" kern="1200">
        <a:solidFill>
          <a:schemeClr val="tx1"/>
        </a:solidFill>
        <a:latin typeface="+mn-lt"/>
        <a:ea typeface="+mn-ea"/>
        <a:cs typeface="+mn-cs"/>
      </a:defRPr>
    </a:lvl7pPr>
    <a:lvl8pPr marL="3530676" algn="l" defTabSz="1008765" rtl="0" eaLnBrk="1" latinLnBrk="0" hangingPunct="1">
      <a:defRPr sz="1300" kern="1200">
        <a:solidFill>
          <a:schemeClr val="tx1"/>
        </a:solidFill>
        <a:latin typeface="+mn-lt"/>
        <a:ea typeface="+mn-ea"/>
        <a:cs typeface="+mn-cs"/>
      </a:defRPr>
    </a:lvl8pPr>
    <a:lvl9pPr marL="4035058" algn="l" defTabSz="1008765" rtl="0" eaLnBrk="1" latinLnBrk="0" hangingPunct="1">
      <a:defRPr sz="13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7"/>
          <p:cNvSpPr>
            <a:spLocks noGrp="1" noChangeArrowheads="1"/>
          </p:cNvSpPr>
          <p:nvPr>
            <p:ph type="sldNum" sz="quarter" idx="5"/>
          </p:nvPr>
        </p:nvSpPr>
        <p:spPr>
          <a:noFill/>
        </p:spPr>
        <p:txBody>
          <a:bodyPr/>
          <a:lstStyle/>
          <a:p>
            <a:fld id="{99143535-7622-448E-875F-352F29DE87A9}" type="slidenum">
              <a:rPr lang="en-US" smtClean="0"/>
              <a:pPr/>
              <a:t>1</a:t>
            </a:fld>
            <a:endParaRPr lang="en-US"/>
          </a:p>
        </p:txBody>
      </p:sp>
      <p:sp>
        <p:nvSpPr>
          <p:cNvPr id="4099" name="Rectangle 2"/>
          <p:cNvSpPr>
            <a:spLocks noGrp="1" noRot="1" noChangeAspect="1" noChangeArrowheads="1" noTextEdit="1"/>
          </p:cNvSpPr>
          <p:nvPr>
            <p:ph type="sldImg"/>
          </p:nvPr>
        </p:nvSpPr>
        <p:spPr>
          <a:xfrm>
            <a:off x="2627313" y="2433638"/>
            <a:ext cx="16227425" cy="12171362"/>
          </a:xfrm>
          <a:ln/>
        </p:spPr>
      </p:sp>
      <p:sp>
        <p:nvSpPr>
          <p:cNvPr id="410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1420" y="10225089"/>
            <a:ext cx="37308366" cy="7058027"/>
          </a:xfrm>
        </p:spPr>
        <p:txBody>
          <a:bodyPr/>
          <a:lstStyle/>
          <a:p>
            <a:r>
              <a:rPr lang="en-US"/>
              <a:t>Click to edit Master title style</a:t>
            </a:r>
          </a:p>
        </p:txBody>
      </p:sp>
      <p:sp>
        <p:nvSpPr>
          <p:cNvPr id="3" name="Subtitle 2"/>
          <p:cNvSpPr>
            <a:spLocks noGrp="1"/>
          </p:cNvSpPr>
          <p:nvPr>
            <p:ph type="subTitle" idx="1"/>
          </p:nvPr>
        </p:nvSpPr>
        <p:spPr>
          <a:xfrm>
            <a:off x="6582838" y="18654714"/>
            <a:ext cx="30725533" cy="8410575"/>
          </a:xfrm>
        </p:spPr>
        <p:txBody>
          <a:bodyPr/>
          <a:lstStyle>
            <a:lvl1pPr marL="0" indent="0" algn="ctr">
              <a:buNone/>
              <a:defRPr/>
            </a:lvl1pPr>
            <a:lvl2pPr marL="504382" indent="0" algn="ctr">
              <a:buNone/>
              <a:defRPr/>
            </a:lvl2pPr>
            <a:lvl3pPr marL="1008765" indent="0" algn="ctr">
              <a:buNone/>
              <a:defRPr/>
            </a:lvl3pPr>
            <a:lvl4pPr marL="1513147" indent="0" algn="ctr">
              <a:buNone/>
              <a:defRPr/>
            </a:lvl4pPr>
            <a:lvl5pPr marL="2017529" indent="0" algn="ctr">
              <a:buNone/>
              <a:defRPr/>
            </a:lvl5pPr>
            <a:lvl6pPr marL="2521911" indent="0" algn="ctr">
              <a:buNone/>
              <a:defRPr/>
            </a:lvl6pPr>
            <a:lvl7pPr marL="3026294" indent="0" algn="ctr">
              <a:buNone/>
              <a:defRPr/>
            </a:lvl7pPr>
            <a:lvl8pPr marL="3530676" indent="0" algn="ctr">
              <a:buNone/>
              <a:defRPr/>
            </a:lvl8pPr>
            <a:lvl9pPr marL="4035058" indent="0" algn="ctr">
              <a:buNone/>
              <a:defRPr/>
            </a:lvl9pPr>
          </a:lstStyle>
          <a:p>
            <a:r>
              <a:rPr lang="en-US"/>
              <a:t>Click to edit Master subtitle style</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1EF7427E-06C6-46DD-9332-4BE1D400F363}" type="slidenum">
              <a:rPr lang="en-US"/>
              <a:pPr>
                <a:defRPr/>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FBFC443F-DAC6-47DA-A526-4E667510E975}"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467102" y="21152648"/>
            <a:ext cx="37308366" cy="6538914"/>
          </a:xfrm>
        </p:spPr>
        <p:txBody>
          <a:bodyPr anchor="t"/>
          <a:lstStyle>
            <a:lvl1pPr algn="l">
              <a:defRPr sz="4500" b="1" cap="all"/>
            </a:lvl1pPr>
          </a:lstStyle>
          <a:p>
            <a:r>
              <a:rPr lang="en-US"/>
              <a:t>Click to edit Master title style</a:t>
            </a:r>
          </a:p>
        </p:txBody>
      </p:sp>
      <p:sp>
        <p:nvSpPr>
          <p:cNvPr id="3" name="Text Placeholder 2"/>
          <p:cNvSpPr>
            <a:spLocks noGrp="1"/>
          </p:cNvSpPr>
          <p:nvPr>
            <p:ph type="body" idx="1"/>
          </p:nvPr>
        </p:nvSpPr>
        <p:spPr>
          <a:xfrm>
            <a:off x="3467102" y="13951746"/>
            <a:ext cx="37308366" cy="7200900"/>
          </a:xfrm>
        </p:spPr>
        <p:txBody>
          <a:bodyPr anchor="b"/>
          <a:lstStyle>
            <a:lvl1pPr marL="0" indent="0">
              <a:buNone/>
              <a:defRPr sz="2300"/>
            </a:lvl1pPr>
            <a:lvl2pPr marL="504382" indent="0">
              <a:buNone/>
              <a:defRPr sz="1900"/>
            </a:lvl2pPr>
            <a:lvl3pPr marL="1008765" indent="0">
              <a:buNone/>
              <a:defRPr sz="1800"/>
            </a:lvl3pPr>
            <a:lvl4pPr marL="1513147" indent="0">
              <a:buNone/>
              <a:defRPr sz="1500"/>
            </a:lvl4pPr>
            <a:lvl5pPr marL="2017529" indent="0">
              <a:buNone/>
              <a:defRPr sz="1500"/>
            </a:lvl5pPr>
            <a:lvl6pPr marL="2521911" indent="0">
              <a:buNone/>
              <a:defRPr sz="1500"/>
            </a:lvl6pPr>
            <a:lvl7pPr marL="3026294" indent="0">
              <a:buNone/>
              <a:defRPr sz="1500"/>
            </a:lvl7pPr>
            <a:lvl8pPr marL="3530676" indent="0">
              <a:buNone/>
              <a:defRPr sz="1500"/>
            </a:lvl8pPr>
            <a:lvl9pPr marL="4035058" indent="0">
              <a:buNone/>
              <a:defRPr sz="15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1EEA39B8-875C-4937-AC9F-6B3EF30B4A47}" type="slidenum">
              <a:rPr lang="en-US"/>
              <a:pPr>
                <a:defRPr/>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2194984" y="7681916"/>
            <a:ext cx="19649018" cy="21724146"/>
          </a:xfrm>
        </p:spPr>
        <p:txBody>
          <a:bodyPr/>
          <a:lstStyle>
            <a:lvl1pPr>
              <a:defRPr sz="3100"/>
            </a:lvl1pPr>
            <a:lvl2pPr>
              <a:defRPr sz="2700"/>
            </a:lvl2pPr>
            <a:lvl3pPr>
              <a:defRPr sz="2300"/>
            </a:lvl3pPr>
            <a:lvl4pPr>
              <a:defRPr sz="1900"/>
            </a:lvl4pPr>
            <a:lvl5pPr>
              <a:defRPr sz="1900"/>
            </a:lvl5pPr>
            <a:lvl6pPr>
              <a:defRPr sz="1900"/>
            </a:lvl6pPr>
            <a:lvl7pPr>
              <a:defRPr sz="1900"/>
            </a:lvl7pPr>
            <a:lvl8pPr>
              <a:defRPr sz="1900"/>
            </a:lvl8pPr>
            <a:lvl9pPr>
              <a:defRPr sz="19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22047201" y="7681916"/>
            <a:ext cx="19649018" cy="21724146"/>
          </a:xfrm>
        </p:spPr>
        <p:txBody>
          <a:bodyPr/>
          <a:lstStyle>
            <a:lvl1pPr>
              <a:defRPr sz="3100"/>
            </a:lvl1pPr>
            <a:lvl2pPr>
              <a:defRPr sz="2700"/>
            </a:lvl2pPr>
            <a:lvl3pPr>
              <a:defRPr sz="2300"/>
            </a:lvl3pPr>
            <a:lvl4pPr>
              <a:defRPr sz="1900"/>
            </a:lvl4pPr>
            <a:lvl5pPr>
              <a:defRPr sz="1900"/>
            </a:lvl5pPr>
            <a:lvl6pPr>
              <a:defRPr sz="1900"/>
            </a:lvl6pPr>
            <a:lvl7pPr>
              <a:defRPr sz="1900"/>
            </a:lvl7pPr>
            <a:lvl8pPr>
              <a:defRPr sz="1900"/>
            </a:lvl8pPr>
            <a:lvl9pPr>
              <a:defRPr sz="19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5261482B-B536-49FE-BE5C-855D70BCE07D}"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2194986" y="7367594"/>
            <a:ext cx="19392901" cy="3071813"/>
          </a:xfrm>
        </p:spPr>
        <p:txBody>
          <a:bodyPr anchor="b"/>
          <a:lstStyle>
            <a:lvl1pPr marL="0" indent="0">
              <a:buNone/>
              <a:defRPr sz="2700" b="1"/>
            </a:lvl1pPr>
            <a:lvl2pPr marL="504382" indent="0">
              <a:buNone/>
              <a:defRPr sz="2300" b="1"/>
            </a:lvl2pPr>
            <a:lvl3pPr marL="1008765" indent="0">
              <a:buNone/>
              <a:defRPr sz="1900" b="1"/>
            </a:lvl3pPr>
            <a:lvl4pPr marL="1513147" indent="0">
              <a:buNone/>
              <a:defRPr sz="1800" b="1"/>
            </a:lvl4pPr>
            <a:lvl5pPr marL="2017529" indent="0">
              <a:buNone/>
              <a:defRPr sz="1800" b="1"/>
            </a:lvl5pPr>
            <a:lvl6pPr marL="2521911" indent="0">
              <a:buNone/>
              <a:defRPr sz="1800" b="1"/>
            </a:lvl6pPr>
            <a:lvl7pPr marL="3026294" indent="0">
              <a:buNone/>
              <a:defRPr sz="1800" b="1"/>
            </a:lvl7pPr>
            <a:lvl8pPr marL="3530676" indent="0">
              <a:buNone/>
              <a:defRPr sz="1800" b="1"/>
            </a:lvl8pPr>
            <a:lvl9pPr marL="4035058" indent="0">
              <a:buNone/>
              <a:defRPr sz="1800" b="1"/>
            </a:lvl9pPr>
          </a:lstStyle>
          <a:p>
            <a:pPr lvl="0"/>
            <a:r>
              <a:rPr lang="en-US"/>
              <a:t>Click to edit Master text styles</a:t>
            </a:r>
          </a:p>
        </p:txBody>
      </p:sp>
      <p:sp>
        <p:nvSpPr>
          <p:cNvPr id="4" name="Content Placeholder 3"/>
          <p:cNvSpPr>
            <a:spLocks noGrp="1"/>
          </p:cNvSpPr>
          <p:nvPr>
            <p:ph sz="half" idx="2"/>
          </p:nvPr>
        </p:nvSpPr>
        <p:spPr>
          <a:xfrm>
            <a:off x="2194986" y="10439404"/>
            <a:ext cx="19392901" cy="18966657"/>
          </a:xfrm>
        </p:spPr>
        <p:txBody>
          <a:bodyPr/>
          <a:lstStyle>
            <a:lvl1pPr>
              <a:defRPr sz="2700"/>
            </a:lvl1pPr>
            <a:lvl2pPr>
              <a:defRPr sz="2300"/>
            </a:lvl2pPr>
            <a:lvl3pPr>
              <a:defRPr sz="19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22296967" y="7367594"/>
            <a:ext cx="19399251" cy="3071813"/>
          </a:xfrm>
        </p:spPr>
        <p:txBody>
          <a:bodyPr anchor="b"/>
          <a:lstStyle>
            <a:lvl1pPr marL="0" indent="0">
              <a:buNone/>
              <a:defRPr sz="2700" b="1"/>
            </a:lvl1pPr>
            <a:lvl2pPr marL="504382" indent="0">
              <a:buNone/>
              <a:defRPr sz="2300" b="1"/>
            </a:lvl2pPr>
            <a:lvl3pPr marL="1008765" indent="0">
              <a:buNone/>
              <a:defRPr sz="1900" b="1"/>
            </a:lvl3pPr>
            <a:lvl4pPr marL="1513147" indent="0">
              <a:buNone/>
              <a:defRPr sz="1800" b="1"/>
            </a:lvl4pPr>
            <a:lvl5pPr marL="2017529" indent="0">
              <a:buNone/>
              <a:defRPr sz="1800" b="1"/>
            </a:lvl5pPr>
            <a:lvl6pPr marL="2521911" indent="0">
              <a:buNone/>
              <a:defRPr sz="1800" b="1"/>
            </a:lvl6pPr>
            <a:lvl7pPr marL="3026294" indent="0">
              <a:buNone/>
              <a:defRPr sz="1800" b="1"/>
            </a:lvl7pPr>
            <a:lvl8pPr marL="3530676" indent="0">
              <a:buNone/>
              <a:defRPr sz="1800" b="1"/>
            </a:lvl8pPr>
            <a:lvl9pPr marL="4035058" indent="0">
              <a:buNone/>
              <a:defRPr sz="1800" b="1"/>
            </a:lvl9pPr>
          </a:lstStyle>
          <a:p>
            <a:pPr lvl="0"/>
            <a:r>
              <a:rPr lang="en-US"/>
              <a:t>Click to edit Master text styles</a:t>
            </a:r>
          </a:p>
        </p:txBody>
      </p:sp>
      <p:sp>
        <p:nvSpPr>
          <p:cNvPr id="6" name="Content Placeholder 5"/>
          <p:cNvSpPr>
            <a:spLocks noGrp="1"/>
          </p:cNvSpPr>
          <p:nvPr>
            <p:ph sz="quarter" idx="4"/>
          </p:nvPr>
        </p:nvSpPr>
        <p:spPr>
          <a:xfrm>
            <a:off x="22296967" y="10439404"/>
            <a:ext cx="19399251" cy="18966657"/>
          </a:xfrm>
        </p:spPr>
        <p:txBody>
          <a:bodyPr/>
          <a:lstStyle>
            <a:lvl1pPr>
              <a:defRPr sz="2700"/>
            </a:lvl1pPr>
            <a:lvl2pPr>
              <a:defRPr sz="2300"/>
            </a:lvl2pPr>
            <a:lvl3pPr>
              <a:defRPr sz="19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5"/>
          <p:cNvSpPr>
            <a:spLocks noGrp="1" noChangeArrowheads="1"/>
          </p:cNvSpPr>
          <p:nvPr>
            <p:ph type="ftr" sz="quarter" idx="11"/>
          </p:nvPr>
        </p:nvSpPr>
        <p:spPr>
          <a:ln/>
        </p:spPr>
        <p:txBody>
          <a:bodyPr/>
          <a:lstStyle>
            <a:lvl1pPr>
              <a:defRPr/>
            </a:lvl1pPr>
          </a:lstStyle>
          <a:p>
            <a:pPr>
              <a:defRPr/>
            </a:pPr>
            <a:endParaRPr lang="en-US"/>
          </a:p>
        </p:txBody>
      </p:sp>
      <p:sp>
        <p:nvSpPr>
          <p:cNvPr id="9" name="Rectangle 6"/>
          <p:cNvSpPr>
            <a:spLocks noGrp="1" noChangeArrowheads="1"/>
          </p:cNvSpPr>
          <p:nvPr>
            <p:ph type="sldNum" sz="quarter" idx="12"/>
          </p:nvPr>
        </p:nvSpPr>
        <p:spPr>
          <a:ln/>
        </p:spPr>
        <p:txBody>
          <a:bodyPr/>
          <a:lstStyle>
            <a:lvl1pPr>
              <a:defRPr/>
            </a:lvl1pPr>
          </a:lstStyle>
          <a:p>
            <a:pPr>
              <a:defRPr/>
            </a:pPr>
            <a:fld id="{04056BB3-C47A-46E0-AD16-8723D6905C38}"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5"/>
          <p:cNvSpPr>
            <a:spLocks noGrp="1" noChangeArrowheads="1"/>
          </p:cNvSpPr>
          <p:nvPr>
            <p:ph type="ftr" sz="quarter" idx="11"/>
          </p:nvPr>
        </p:nvSpPr>
        <p:spPr>
          <a:ln/>
        </p:spPr>
        <p:txBody>
          <a:bodyPr/>
          <a:lstStyle>
            <a:lvl1pPr>
              <a:defRPr/>
            </a:lvl1pPr>
          </a:lstStyle>
          <a:p>
            <a:pPr>
              <a:defRPr/>
            </a:pPr>
            <a:endParaRPr lang="en-US"/>
          </a:p>
        </p:txBody>
      </p:sp>
      <p:sp>
        <p:nvSpPr>
          <p:cNvPr id="5" name="Rectangle 6"/>
          <p:cNvSpPr>
            <a:spLocks noGrp="1" noChangeArrowheads="1"/>
          </p:cNvSpPr>
          <p:nvPr>
            <p:ph type="sldNum" sz="quarter" idx="12"/>
          </p:nvPr>
        </p:nvSpPr>
        <p:spPr>
          <a:ln/>
        </p:spPr>
        <p:txBody>
          <a:bodyPr/>
          <a:lstStyle>
            <a:lvl1pPr>
              <a:defRPr/>
            </a:lvl1pPr>
          </a:lstStyle>
          <a:p>
            <a:pPr>
              <a:defRPr/>
            </a:pPr>
            <a:fld id="{010C76B2-CCD0-4C17-9779-996D43CD82E9}"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5"/>
          <p:cNvSpPr>
            <a:spLocks noGrp="1" noChangeArrowheads="1"/>
          </p:cNvSpPr>
          <p:nvPr>
            <p:ph type="ftr" sz="quarter" idx="11"/>
          </p:nvPr>
        </p:nvSpPr>
        <p:spPr>
          <a:ln/>
        </p:spPr>
        <p:txBody>
          <a:bodyPr/>
          <a:lstStyle>
            <a:lvl1pPr>
              <a:defRPr/>
            </a:lvl1pPr>
          </a:lstStyle>
          <a:p>
            <a:pPr>
              <a:defRPr/>
            </a:pPr>
            <a:endParaRPr lang="en-US"/>
          </a:p>
        </p:txBody>
      </p:sp>
      <p:sp>
        <p:nvSpPr>
          <p:cNvPr id="4" name="Rectangle 6"/>
          <p:cNvSpPr>
            <a:spLocks noGrp="1" noChangeArrowheads="1"/>
          </p:cNvSpPr>
          <p:nvPr>
            <p:ph type="sldNum" sz="quarter" idx="12"/>
          </p:nvPr>
        </p:nvSpPr>
        <p:spPr>
          <a:ln/>
        </p:spPr>
        <p:txBody>
          <a:bodyPr/>
          <a:lstStyle>
            <a:lvl1pPr>
              <a:defRPr/>
            </a:lvl1pPr>
          </a:lstStyle>
          <a:p>
            <a:pPr>
              <a:defRPr/>
            </a:pPr>
            <a:fld id="{2A163EBF-C1FD-482A-B0D7-4E5C154E9B01}"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194984" y="1309688"/>
            <a:ext cx="14439901" cy="5579270"/>
          </a:xfrm>
        </p:spPr>
        <p:txBody>
          <a:bodyPr anchor="b"/>
          <a:lstStyle>
            <a:lvl1pPr algn="l">
              <a:defRPr sz="2300" b="1"/>
            </a:lvl1pPr>
          </a:lstStyle>
          <a:p>
            <a:r>
              <a:rPr lang="en-US"/>
              <a:t>Click to edit Master title style</a:t>
            </a:r>
          </a:p>
        </p:txBody>
      </p:sp>
      <p:sp>
        <p:nvSpPr>
          <p:cNvPr id="3" name="Content Placeholder 2"/>
          <p:cNvSpPr>
            <a:spLocks noGrp="1"/>
          </p:cNvSpPr>
          <p:nvPr>
            <p:ph idx="1"/>
          </p:nvPr>
        </p:nvSpPr>
        <p:spPr>
          <a:xfrm>
            <a:off x="17159818" y="1309688"/>
            <a:ext cx="24536400" cy="28096370"/>
          </a:xfrm>
        </p:spPr>
        <p:txBody>
          <a:bodyPr/>
          <a:lstStyle>
            <a:lvl1pPr>
              <a:defRPr sz="3600"/>
            </a:lvl1pPr>
            <a:lvl2pPr>
              <a:defRPr sz="3100"/>
            </a:lvl2pPr>
            <a:lvl3pPr>
              <a:defRPr sz="2700"/>
            </a:lvl3pPr>
            <a:lvl4pPr>
              <a:defRPr sz="2300"/>
            </a:lvl4pPr>
            <a:lvl5pPr>
              <a:defRPr sz="2300"/>
            </a:lvl5pPr>
            <a:lvl6pPr>
              <a:defRPr sz="2300"/>
            </a:lvl6pPr>
            <a:lvl7pPr>
              <a:defRPr sz="2300"/>
            </a:lvl7pPr>
            <a:lvl8pPr>
              <a:defRPr sz="2300"/>
            </a:lvl8pPr>
            <a:lvl9pPr>
              <a:defRPr sz="2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194984" y="6888957"/>
            <a:ext cx="14439901" cy="22517100"/>
          </a:xfrm>
        </p:spPr>
        <p:txBody>
          <a:bodyPr/>
          <a:lstStyle>
            <a:lvl1pPr marL="0" indent="0">
              <a:buNone/>
              <a:defRPr sz="1500"/>
            </a:lvl1pPr>
            <a:lvl2pPr marL="504382" indent="0">
              <a:buNone/>
              <a:defRPr sz="1300"/>
            </a:lvl2pPr>
            <a:lvl3pPr marL="1008765" indent="0">
              <a:buNone/>
              <a:defRPr sz="1100"/>
            </a:lvl3pPr>
            <a:lvl4pPr marL="1513147" indent="0">
              <a:buNone/>
              <a:defRPr sz="1000"/>
            </a:lvl4pPr>
            <a:lvl5pPr marL="2017529" indent="0">
              <a:buNone/>
              <a:defRPr sz="1000"/>
            </a:lvl5pPr>
            <a:lvl6pPr marL="2521911" indent="0">
              <a:buNone/>
              <a:defRPr sz="1000"/>
            </a:lvl6pPr>
            <a:lvl7pPr marL="3026294" indent="0">
              <a:buNone/>
              <a:defRPr sz="1000"/>
            </a:lvl7pPr>
            <a:lvl8pPr marL="3530676" indent="0">
              <a:buNone/>
              <a:defRPr sz="1000"/>
            </a:lvl8pPr>
            <a:lvl9pPr marL="4035058" indent="0">
              <a:buNone/>
              <a:defRPr sz="10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5976BF97-1FAB-4A9B-873E-A0025016BBF5}"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602135" y="23043359"/>
            <a:ext cx="26335566" cy="2719388"/>
          </a:xfrm>
        </p:spPr>
        <p:txBody>
          <a:bodyPr anchor="b"/>
          <a:lstStyle>
            <a:lvl1pPr algn="l">
              <a:defRPr sz="2300" b="1"/>
            </a:lvl1pPr>
          </a:lstStyle>
          <a:p>
            <a:r>
              <a:rPr lang="en-US"/>
              <a:t>Click to edit Master title style</a:t>
            </a:r>
          </a:p>
        </p:txBody>
      </p:sp>
      <p:sp>
        <p:nvSpPr>
          <p:cNvPr id="3" name="Picture Placeholder 2"/>
          <p:cNvSpPr>
            <a:spLocks noGrp="1"/>
          </p:cNvSpPr>
          <p:nvPr>
            <p:ph type="pic" idx="1"/>
          </p:nvPr>
        </p:nvSpPr>
        <p:spPr>
          <a:xfrm>
            <a:off x="8602135" y="2940846"/>
            <a:ext cx="26335566" cy="19752469"/>
          </a:xfrm>
        </p:spPr>
        <p:txBody>
          <a:bodyPr/>
          <a:lstStyle>
            <a:lvl1pPr marL="0" indent="0">
              <a:buNone/>
              <a:defRPr sz="3600"/>
            </a:lvl1pPr>
            <a:lvl2pPr marL="504382" indent="0">
              <a:buNone/>
              <a:defRPr sz="3100"/>
            </a:lvl2pPr>
            <a:lvl3pPr marL="1008765" indent="0">
              <a:buNone/>
              <a:defRPr sz="2700"/>
            </a:lvl3pPr>
            <a:lvl4pPr marL="1513147" indent="0">
              <a:buNone/>
              <a:defRPr sz="2300"/>
            </a:lvl4pPr>
            <a:lvl5pPr marL="2017529" indent="0">
              <a:buNone/>
              <a:defRPr sz="2300"/>
            </a:lvl5pPr>
            <a:lvl6pPr marL="2521911" indent="0">
              <a:buNone/>
              <a:defRPr sz="2300"/>
            </a:lvl6pPr>
            <a:lvl7pPr marL="3026294" indent="0">
              <a:buNone/>
              <a:defRPr sz="2300"/>
            </a:lvl7pPr>
            <a:lvl8pPr marL="3530676" indent="0">
              <a:buNone/>
              <a:defRPr sz="2300"/>
            </a:lvl8pPr>
            <a:lvl9pPr marL="4035058" indent="0">
              <a:buNone/>
              <a:defRPr sz="2300"/>
            </a:lvl9pPr>
          </a:lstStyle>
          <a:p>
            <a:pPr lvl="0"/>
            <a:endParaRPr lang="en-US" noProof="0"/>
          </a:p>
        </p:txBody>
      </p:sp>
      <p:sp>
        <p:nvSpPr>
          <p:cNvPr id="4" name="Text Placeholder 3"/>
          <p:cNvSpPr>
            <a:spLocks noGrp="1"/>
          </p:cNvSpPr>
          <p:nvPr>
            <p:ph type="body" sz="half" idx="2"/>
          </p:nvPr>
        </p:nvSpPr>
        <p:spPr>
          <a:xfrm>
            <a:off x="8602135" y="25762748"/>
            <a:ext cx="26335566" cy="3864769"/>
          </a:xfrm>
        </p:spPr>
        <p:txBody>
          <a:bodyPr/>
          <a:lstStyle>
            <a:lvl1pPr marL="0" indent="0">
              <a:buNone/>
              <a:defRPr sz="1500"/>
            </a:lvl1pPr>
            <a:lvl2pPr marL="504382" indent="0">
              <a:buNone/>
              <a:defRPr sz="1300"/>
            </a:lvl2pPr>
            <a:lvl3pPr marL="1008765" indent="0">
              <a:buNone/>
              <a:defRPr sz="1100"/>
            </a:lvl3pPr>
            <a:lvl4pPr marL="1513147" indent="0">
              <a:buNone/>
              <a:defRPr sz="1000"/>
            </a:lvl4pPr>
            <a:lvl5pPr marL="2017529" indent="0">
              <a:buNone/>
              <a:defRPr sz="1000"/>
            </a:lvl5pPr>
            <a:lvl6pPr marL="2521911" indent="0">
              <a:buNone/>
              <a:defRPr sz="1000"/>
            </a:lvl6pPr>
            <a:lvl7pPr marL="3026294" indent="0">
              <a:buNone/>
              <a:defRPr sz="1000"/>
            </a:lvl7pPr>
            <a:lvl8pPr marL="3530676" indent="0">
              <a:buNone/>
              <a:defRPr sz="1000"/>
            </a:lvl8pPr>
            <a:lvl9pPr marL="4035058" indent="0">
              <a:buNone/>
              <a:defRPr sz="10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30C19427-4BE0-4B92-9C38-D16C932BF390}"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9D3A3DBA-DBF5-4307-927F-388F23F4385C}"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1821971" y="1319218"/>
            <a:ext cx="9874251" cy="2808684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2194986" y="1319218"/>
            <a:ext cx="29423782" cy="2808684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3EC6CFC8-2042-4F85-846D-662E8295080A}"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2194986" y="1319212"/>
            <a:ext cx="39501234" cy="5486400"/>
          </a:xfrm>
          <a:prstGeom prst="rect">
            <a:avLst/>
          </a:prstGeom>
          <a:noFill/>
          <a:ln w="9525">
            <a:noFill/>
            <a:miter lim="800000"/>
            <a:headEnd/>
            <a:tailEnd/>
          </a:ln>
        </p:spPr>
        <p:txBody>
          <a:bodyPr vert="horz" wrap="square" lIns="345855" tIns="172928" rIns="345855" bIns="172928" numCol="1" anchor="ctr" anchorCtr="0" compatLnSpc="1">
            <a:prstTxWarp prst="textNoShape">
              <a:avLst/>
            </a:prstTxWarp>
          </a:bodyPr>
          <a:lstStyle/>
          <a:p>
            <a:pPr lvl="0"/>
            <a:r>
              <a:rPr lang="en-US"/>
              <a:t>Click to edit Master title style</a:t>
            </a:r>
          </a:p>
        </p:txBody>
      </p:sp>
      <p:sp>
        <p:nvSpPr>
          <p:cNvPr id="1027" name="Rectangle 3"/>
          <p:cNvSpPr>
            <a:spLocks noGrp="1" noChangeArrowheads="1"/>
          </p:cNvSpPr>
          <p:nvPr>
            <p:ph type="body" idx="1"/>
          </p:nvPr>
        </p:nvSpPr>
        <p:spPr bwMode="auto">
          <a:xfrm>
            <a:off x="2194986" y="7681916"/>
            <a:ext cx="39501234" cy="21724146"/>
          </a:xfrm>
          <a:prstGeom prst="rect">
            <a:avLst/>
          </a:prstGeom>
          <a:noFill/>
          <a:ln w="9525">
            <a:noFill/>
            <a:miter lim="800000"/>
            <a:headEnd/>
            <a:tailEnd/>
          </a:ln>
        </p:spPr>
        <p:txBody>
          <a:bodyPr vert="horz" wrap="square" lIns="345855" tIns="172928" rIns="345855" bIns="172928"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2194986" y="29977557"/>
            <a:ext cx="10240434" cy="2286000"/>
          </a:xfrm>
          <a:prstGeom prst="rect">
            <a:avLst/>
          </a:prstGeom>
          <a:noFill/>
          <a:ln w="9525">
            <a:noFill/>
            <a:miter lim="800000"/>
            <a:headEnd/>
            <a:tailEnd/>
          </a:ln>
          <a:effectLst/>
        </p:spPr>
        <p:txBody>
          <a:bodyPr vert="horz" wrap="square" lIns="345855" tIns="172928" rIns="345855" bIns="172928" numCol="1" anchor="t" anchorCtr="0" compatLnSpc="1">
            <a:prstTxWarp prst="textNoShape">
              <a:avLst/>
            </a:prstTxWarp>
          </a:bodyPr>
          <a:lstStyle>
            <a:lvl1pPr>
              <a:defRPr sz="5300"/>
            </a:lvl1pPr>
          </a:lstStyle>
          <a:p>
            <a:pPr>
              <a:defRPr/>
            </a:pPr>
            <a:endParaRPr lang="en-US"/>
          </a:p>
        </p:txBody>
      </p:sp>
      <p:sp>
        <p:nvSpPr>
          <p:cNvPr id="1029" name="Rectangle 5"/>
          <p:cNvSpPr>
            <a:spLocks noGrp="1" noChangeArrowheads="1"/>
          </p:cNvSpPr>
          <p:nvPr>
            <p:ph type="ftr" sz="quarter" idx="3"/>
          </p:nvPr>
        </p:nvSpPr>
        <p:spPr bwMode="auto">
          <a:xfrm>
            <a:off x="14996586" y="29977557"/>
            <a:ext cx="13898034" cy="2286000"/>
          </a:xfrm>
          <a:prstGeom prst="rect">
            <a:avLst/>
          </a:prstGeom>
          <a:noFill/>
          <a:ln w="9525">
            <a:noFill/>
            <a:miter lim="800000"/>
            <a:headEnd/>
            <a:tailEnd/>
          </a:ln>
          <a:effectLst/>
        </p:spPr>
        <p:txBody>
          <a:bodyPr vert="horz" wrap="square" lIns="345855" tIns="172928" rIns="345855" bIns="172928" numCol="1" anchor="t" anchorCtr="0" compatLnSpc="1">
            <a:prstTxWarp prst="textNoShape">
              <a:avLst/>
            </a:prstTxWarp>
          </a:bodyPr>
          <a:lstStyle>
            <a:lvl1pPr algn="ctr">
              <a:defRPr sz="5300"/>
            </a:lvl1pPr>
          </a:lstStyle>
          <a:p>
            <a:pPr>
              <a:defRPr/>
            </a:pPr>
            <a:endParaRPr lang="en-US"/>
          </a:p>
        </p:txBody>
      </p:sp>
      <p:sp>
        <p:nvSpPr>
          <p:cNvPr id="1030" name="Rectangle 6"/>
          <p:cNvSpPr>
            <a:spLocks noGrp="1" noChangeArrowheads="1"/>
          </p:cNvSpPr>
          <p:nvPr>
            <p:ph type="sldNum" sz="quarter" idx="4"/>
          </p:nvPr>
        </p:nvSpPr>
        <p:spPr bwMode="auto">
          <a:xfrm>
            <a:off x="31455786" y="29977557"/>
            <a:ext cx="10240434" cy="2286000"/>
          </a:xfrm>
          <a:prstGeom prst="rect">
            <a:avLst/>
          </a:prstGeom>
          <a:noFill/>
          <a:ln w="9525">
            <a:noFill/>
            <a:miter lim="800000"/>
            <a:headEnd/>
            <a:tailEnd/>
          </a:ln>
          <a:effectLst/>
        </p:spPr>
        <p:txBody>
          <a:bodyPr vert="horz" wrap="square" lIns="345855" tIns="172928" rIns="345855" bIns="172928" numCol="1" anchor="t" anchorCtr="0" compatLnSpc="1">
            <a:prstTxWarp prst="textNoShape">
              <a:avLst/>
            </a:prstTxWarp>
          </a:bodyPr>
          <a:lstStyle>
            <a:lvl1pPr algn="r">
              <a:defRPr sz="5300"/>
            </a:lvl1pPr>
          </a:lstStyle>
          <a:p>
            <a:pPr>
              <a:defRPr/>
            </a:pPr>
            <a:fld id="{797C3C77-EBE8-4FD2-83F4-B3D2BBFB647F}"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58871" rtl="0" eaLnBrk="0" fontAlgn="base" hangingPunct="0">
        <a:spcBef>
          <a:spcPct val="0"/>
        </a:spcBef>
        <a:spcAft>
          <a:spcPct val="0"/>
        </a:spcAft>
        <a:defRPr sz="16600">
          <a:solidFill>
            <a:schemeClr val="tx2"/>
          </a:solidFill>
          <a:latin typeface="+mj-lt"/>
          <a:ea typeface="+mj-ea"/>
          <a:cs typeface="+mj-cs"/>
        </a:defRPr>
      </a:lvl1pPr>
      <a:lvl2pPr algn="ctr" defTabSz="3458871" rtl="0" eaLnBrk="0" fontAlgn="base" hangingPunct="0">
        <a:spcBef>
          <a:spcPct val="0"/>
        </a:spcBef>
        <a:spcAft>
          <a:spcPct val="0"/>
        </a:spcAft>
        <a:defRPr sz="16600">
          <a:solidFill>
            <a:schemeClr val="tx2"/>
          </a:solidFill>
          <a:latin typeface="Arial" charset="0"/>
        </a:defRPr>
      </a:lvl2pPr>
      <a:lvl3pPr algn="ctr" defTabSz="3458871" rtl="0" eaLnBrk="0" fontAlgn="base" hangingPunct="0">
        <a:spcBef>
          <a:spcPct val="0"/>
        </a:spcBef>
        <a:spcAft>
          <a:spcPct val="0"/>
        </a:spcAft>
        <a:defRPr sz="16600">
          <a:solidFill>
            <a:schemeClr val="tx2"/>
          </a:solidFill>
          <a:latin typeface="Arial" charset="0"/>
        </a:defRPr>
      </a:lvl3pPr>
      <a:lvl4pPr algn="ctr" defTabSz="3458871" rtl="0" eaLnBrk="0" fontAlgn="base" hangingPunct="0">
        <a:spcBef>
          <a:spcPct val="0"/>
        </a:spcBef>
        <a:spcAft>
          <a:spcPct val="0"/>
        </a:spcAft>
        <a:defRPr sz="16600">
          <a:solidFill>
            <a:schemeClr val="tx2"/>
          </a:solidFill>
          <a:latin typeface="Arial" charset="0"/>
        </a:defRPr>
      </a:lvl4pPr>
      <a:lvl5pPr algn="ctr" defTabSz="3458871" rtl="0" eaLnBrk="0" fontAlgn="base" hangingPunct="0">
        <a:spcBef>
          <a:spcPct val="0"/>
        </a:spcBef>
        <a:spcAft>
          <a:spcPct val="0"/>
        </a:spcAft>
        <a:defRPr sz="16600">
          <a:solidFill>
            <a:schemeClr val="tx2"/>
          </a:solidFill>
          <a:latin typeface="Arial" charset="0"/>
        </a:defRPr>
      </a:lvl5pPr>
      <a:lvl6pPr marL="504382" algn="ctr" defTabSz="3458871" rtl="0" fontAlgn="base">
        <a:spcBef>
          <a:spcPct val="0"/>
        </a:spcBef>
        <a:spcAft>
          <a:spcPct val="0"/>
        </a:spcAft>
        <a:defRPr sz="16600">
          <a:solidFill>
            <a:schemeClr val="tx2"/>
          </a:solidFill>
          <a:latin typeface="Arial" charset="0"/>
        </a:defRPr>
      </a:lvl6pPr>
      <a:lvl7pPr marL="1008765" algn="ctr" defTabSz="3458871" rtl="0" fontAlgn="base">
        <a:spcBef>
          <a:spcPct val="0"/>
        </a:spcBef>
        <a:spcAft>
          <a:spcPct val="0"/>
        </a:spcAft>
        <a:defRPr sz="16600">
          <a:solidFill>
            <a:schemeClr val="tx2"/>
          </a:solidFill>
          <a:latin typeface="Arial" charset="0"/>
        </a:defRPr>
      </a:lvl7pPr>
      <a:lvl8pPr marL="1513147" algn="ctr" defTabSz="3458871" rtl="0" fontAlgn="base">
        <a:spcBef>
          <a:spcPct val="0"/>
        </a:spcBef>
        <a:spcAft>
          <a:spcPct val="0"/>
        </a:spcAft>
        <a:defRPr sz="16600">
          <a:solidFill>
            <a:schemeClr val="tx2"/>
          </a:solidFill>
          <a:latin typeface="Arial" charset="0"/>
        </a:defRPr>
      </a:lvl8pPr>
      <a:lvl9pPr marL="2017529" algn="ctr" defTabSz="3458871" rtl="0" fontAlgn="base">
        <a:spcBef>
          <a:spcPct val="0"/>
        </a:spcBef>
        <a:spcAft>
          <a:spcPct val="0"/>
        </a:spcAft>
        <a:defRPr sz="16600">
          <a:solidFill>
            <a:schemeClr val="tx2"/>
          </a:solidFill>
          <a:latin typeface="Arial" charset="0"/>
        </a:defRPr>
      </a:lvl9pPr>
    </p:titleStyle>
    <p:bodyStyle>
      <a:lvl1pPr marL="1297734" indent="-1297734" algn="l" defTabSz="3458871" rtl="0" eaLnBrk="0" fontAlgn="base" hangingPunct="0">
        <a:spcBef>
          <a:spcPct val="20000"/>
        </a:spcBef>
        <a:spcAft>
          <a:spcPct val="0"/>
        </a:spcAft>
        <a:buChar char="•"/>
        <a:defRPr sz="12100">
          <a:solidFill>
            <a:schemeClr val="tx1"/>
          </a:solidFill>
          <a:latin typeface="+mn-lt"/>
          <a:ea typeface="+mn-ea"/>
          <a:cs typeface="+mn-cs"/>
        </a:defRPr>
      </a:lvl1pPr>
      <a:lvl2pPr marL="2810880" indent="-1082320" algn="l" defTabSz="3458871" rtl="0" eaLnBrk="0" fontAlgn="base" hangingPunct="0">
        <a:spcBef>
          <a:spcPct val="20000"/>
        </a:spcBef>
        <a:spcAft>
          <a:spcPct val="0"/>
        </a:spcAft>
        <a:buChar char="–"/>
        <a:defRPr sz="10700">
          <a:solidFill>
            <a:schemeClr val="tx1"/>
          </a:solidFill>
          <a:latin typeface="+mn-lt"/>
        </a:defRPr>
      </a:lvl2pPr>
      <a:lvl3pPr marL="4324027" indent="-865156" algn="l" defTabSz="3458871" rtl="0" eaLnBrk="0" fontAlgn="base" hangingPunct="0">
        <a:spcBef>
          <a:spcPct val="20000"/>
        </a:spcBef>
        <a:spcAft>
          <a:spcPct val="0"/>
        </a:spcAft>
        <a:buChar char="•"/>
        <a:defRPr sz="9000">
          <a:solidFill>
            <a:schemeClr val="tx1"/>
          </a:solidFill>
          <a:latin typeface="+mn-lt"/>
        </a:defRPr>
      </a:lvl3pPr>
      <a:lvl4pPr marL="6052587" indent="-865156" algn="l" defTabSz="3458871" rtl="0" eaLnBrk="0" fontAlgn="base" hangingPunct="0">
        <a:spcBef>
          <a:spcPct val="20000"/>
        </a:spcBef>
        <a:spcAft>
          <a:spcPct val="0"/>
        </a:spcAft>
        <a:buChar char="–"/>
        <a:defRPr sz="7600">
          <a:solidFill>
            <a:schemeClr val="tx1"/>
          </a:solidFill>
          <a:latin typeface="+mn-lt"/>
        </a:defRPr>
      </a:lvl4pPr>
      <a:lvl5pPr marL="7781147" indent="-863405" algn="l" defTabSz="3458871" rtl="0" eaLnBrk="0" fontAlgn="base" hangingPunct="0">
        <a:spcBef>
          <a:spcPct val="20000"/>
        </a:spcBef>
        <a:spcAft>
          <a:spcPct val="0"/>
        </a:spcAft>
        <a:buChar char="»"/>
        <a:defRPr sz="7600">
          <a:solidFill>
            <a:schemeClr val="tx1"/>
          </a:solidFill>
          <a:latin typeface="+mn-lt"/>
        </a:defRPr>
      </a:lvl5pPr>
      <a:lvl6pPr marL="8285530" indent="-863405" algn="l" defTabSz="3458871" rtl="0" fontAlgn="base">
        <a:spcBef>
          <a:spcPct val="20000"/>
        </a:spcBef>
        <a:spcAft>
          <a:spcPct val="0"/>
        </a:spcAft>
        <a:buChar char="»"/>
        <a:defRPr sz="7600">
          <a:solidFill>
            <a:schemeClr val="tx1"/>
          </a:solidFill>
          <a:latin typeface="+mn-lt"/>
        </a:defRPr>
      </a:lvl6pPr>
      <a:lvl7pPr marL="8789912" indent="-863405" algn="l" defTabSz="3458871" rtl="0" fontAlgn="base">
        <a:spcBef>
          <a:spcPct val="20000"/>
        </a:spcBef>
        <a:spcAft>
          <a:spcPct val="0"/>
        </a:spcAft>
        <a:buChar char="»"/>
        <a:defRPr sz="7600">
          <a:solidFill>
            <a:schemeClr val="tx1"/>
          </a:solidFill>
          <a:latin typeface="+mn-lt"/>
        </a:defRPr>
      </a:lvl7pPr>
      <a:lvl8pPr marL="9294294" indent="-863405" algn="l" defTabSz="3458871" rtl="0" fontAlgn="base">
        <a:spcBef>
          <a:spcPct val="20000"/>
        </a:spcBef>
        <a:spcAft>
          <a:spcPct val="0"/>
        </a:spcAft>
        <a:buChar char="»"/>
        <a:defRPr sz="7600">
          <a:solidFill>
            <a:schemeClr val="tx1"/>
          </a:solidFill>
          <a:latin typeface="+mn-lt"/>
        </a:defRPr>
      </a:lvl8pPr>
      <a:lvl9pPr marL="9798676" indent="-863405" algn="l" defTabSz="3458871" rtl="0" fontAlgn="base">
        <a:spcBef>
          <a:spcPct val="20000"/>
        </a:spcBef>
        <a:spcAft>
          <a:spcPct val="0"/>
        </a:spcAft>
        <a:buChar char="»"/>
        <a:defRPr sz="7600">
          <a:solidFill>
            <a:schemeClr val="tx1"/>
          </a:solidFill>
          <a:latin typeface="+mn-lt"/>
        </a:defRPr>
      </a:lvl9pPr>
    </p:bodyStyle>
    <p:otherStyle>
      <a:defPPr>
        <a:defRPr lang="en-US"/>
      </a:defPPr>
      <a:lvl1pPr marL="0" algn="l" defTabSz="1008765" rtl="0" eaLnBrk="1" latinLnBrk="0" hangingPunct="1">
        <a:defRPr sz="1900" kern="1200">
          <a:solidFill>
            <a:schemeClr val="tx1"/>
          </a:solidFill>
          <a:latin typeface="+mn-lt"/>
          <a:ea typeface="+mn-ea"/>
          <a:cs typeface="+mn-cs"/>
        </a:defRPr>
      </a:lvl1pPr>
      <a:lvl2pPr marL="504382" algn="l" defTabSz="1008765" rtl="0" eaLnBrk="1" latinLnBrk="0" hangingPunct="1">
        <a:defRPr sz="1900" kern="1200">
          <a:solidFill>
            <a:schemeClr val="tx1"/>
          </a:solidFill>
          <a:latin typeface="+mn-lt"/>
          <a:ea typeface="+mn-ea"/>
          <a:cs typeface="+mn-cs"/>
        </a:defRPr>
      </a:lvl2pPr>
      <a:lvl3pPr marL="1008765" algn="l" defTabSz="1008765" rtl="0" eaLnBrk="1" latinLnBrk="0" hangingPunct="1">
        <a:defRPr sz="1900" kern="1200">
          <a:solidFill>
            <a:schemeClr val="tx1"/>
          </a:solidFill>
          <a:latin typeface="+mn-lt"/>
          <a:ea typeface="+mn-ea"/>
          <a:cs typeface="+mn-cs"/>
        </a:defRPr>
      </a:lvl3pPr>
      <a:lvl4pPr marL="1513147" algn="l" defTabSz="1008765" rtl="0" eaLnBrk="1" latinLnBrk="0" hangingPunct="1">
        <a:defRPr sz="1900" kern="1200">
          <a:solidFill>
            <a:schemeClr val="tx1"/>
          </a:solidFill>
          <a:latin typeface="+mn-lt"/>
          <a:ea typeface="+mn-ea"/>
          <a:cs typeface="+mn-cs"/>
        </a:defRPr>
      </a:lvl4pPr>
      <a:lvl5pPr marL="2017529" algn="l" defTabSz="1008765" rtl="0" eaLnBrk="1" latinLnBrk="0" hangingPunct="1">
        <a:defRPr sz="1900" kern="1200">
          <a:solidFill>
            <a:schemeClr val="tx1"/>
          </a:solidFill>
          <a:latin typeface="+mn-lt"/>
          <a:ea typeface="+mn-ea"/>
          <a:cs typeface="+mn-cs"/>
        </a:defRPr>
      </a:lvl5pPr>
      <a:lvl6pPr marL="2521911" algn="l" defTabSz="1008765" rtl="0" eaLnBrk="1" latinLnBrk="0" hangingPunct="1">
        <a:defRPr sz="1900" kern="1200">
          <a:solidFill>
            <a:schemeClr val="tx1"/>
          </a:solidFill>
          <a:latin typeface="+mn-lt"/>
          <a:ea typeface="+mn-ea"/>
          <a:cs typeface="+mn-cs"/>
        </a:defRPr>
      </a:lvl6pPr>
      <a:lvl7pPr marL="3026294" algn="l" defTabSz="1008765" rtl="0" eaLnBrk="1" latinLnBrk="0" hangingPunct="1">
        <a:defRPr sz="1900" kern="1200">
          <a:solidFill>
            <a:schemeClr val="tx1"/>
          </a:solidFill>
          <a:latin typeface="+mn-lt"/>
          <a:ea typeface="+mn-ea"/>
          <a:cs typeface="+mn-cs"/>
        </a:defRPr>
      </a:lvl7pPr>
      <a:lvl8pPr marL="3530676" algn="l" defTabSz="1008765" rtl="0" eaLnBrk="1" latinLnBrk="0" hangingPunct="1">
        <a:defRPr sz="1900" kern="1200">
          <a:solidFill>
            <a:schemeClr val="tx1"/>
          </a:solidFill>
          <a:latin typeface="+mn-lt"/>
          <a:ea typeface="+mn-ea"/>
          <a:cs typeface="+mn-cs"/>
        </a:defRPr>
      </a:lvl8pPr>
      <a:lvl9pPr marL="4035058" algn="l" defTabSz="1008765" rtl="0" eaLnBrk="1" latinLnBrk="0" hangingPunct="1">
        <a:defRPr sz="19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2" name="Rectangle 1051">
            <a:extLst>
              <a:ext uri="{FF2B5EF4-FFF2-40B4-BE49-F238E27FC236}">
                <a16:creationId xmlns:a16="http://schemas.microsoft.com/office/drawing/2014/main" id="{ECAF7F30-4242-F28F-CC63-2CF9D23A54BF}"/>
              </a:ext>
            </a:extLst>
          </p:cNvPr>
          <p:cNvSpPr/>
          <p:nvPr/>
        </p:nvSpPr>
        <p:spPr bwMode="auto">
          <a:xfrm>
            <a:off x="685800" y="13137674"/>
            <a:ext cx="12801600" cy="1717781"/>
          </a:xfrm>
          <a:prstGeom prst="rect">
            <a:avLst/>
          </a:prstGeom>
          <a:solidFill>
            <a:schemeClr val="accent5">
              <a:lumMod val="2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3135313" rtl="0" eaLnBrk="1" fontAlgn="base" latinLnBrk="0" hangingPunct="1">
              <a:lnSpc>
                <a:spcPct val="100000"/>
              </a:lnSpc>
              <a:spcBef>
                <a:spcPct val="0"/>
              </a:spcBef>
              <a:spcAft>
                <a:spcPct val="0"/>
              </a:spcAft>
              <a:buClrTx/>
              <a:buSzTx/>
              <a:buFontTx/>
              <a:buNone/>
              <a:tabLst/>
            </a:pPr>
            <a:endParaRPr kumimoji="0" lang="en-US" sz="6200" b="1" i="0" u="none" strike="noStrike" normalizeH="0" baseline="0">
              <a:ln w="22225">
                <a:solidFill>
                  <a:schemeClr val="accent2"/>
                </a:solidFill>
                <a:prstDash val="solid"/>
              </a:ln>
              <a:solidFill>
                <a:srgbClr val="FFFF00"/>
              </a:solidFill>
              <a:latin typeface="Arial" charset="0"/>
            </a:endParaRPr>
          </a:p>
        </p:txBody>
      </p:sp>
      <p:sp>
        <p:nvSpPr>
          <p:cNvPr id="36" name="Rectangle 35"/>
          <p:cNvSpPr/>
          <p:nvPr/>
        </p:nvSpPr>
        <p:spPr bwMode="auto">
          <a:xfrm>
            <a:off x="33147000" y="15653358"/>
            <a:ext cx="9939528" cy="6955300"/>
          </a:xfrm>
          <a:prstGeom prst="rect">
            <a:avLst/>
          </a:prstGeom>
          <a:solidFill>
            <a:schemeClr val="bg1">
              <a:lumMod val="95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3135313" rtl="0" eaLnBrk="1" fontAlgn="base" latinLnBrk="0" hangingPunct="1">
              <a:lnSpc>
                <a:spcPct val="100000"/>
              </a:lnSpc>
              <a:spcBef>
                <a:spcPct val="0"/>
              </a:spcBef>
              <a:spcAft>
                <a:spcPct val="0"/>
              </a:spcAft>
              <a:buClrTx/>
              <a:buSzTx/>
              <a:buFontTx/>
              <a:buNone/>
              <a:tabLst/>
            </a:pPr>
            <a:endParaRPr kumimoji="0" lang="en-US" sz="6200" b="0" i="0" u="none" strike="noStrike" cap="none" normalizeH="0" baseline="0">
              <a:ln>
                <a:noFill/>
              </a:ln>
              <a:solidFill>
                <a:schemeClr val="tx1"/>
              </a:solidFill>
              <a:effectLst/>
              <a:latin typeface="Arial" charset="0"/>
            </a:endParaRPr>
          </a:p>
        </p:txBody>
      </p:sp>
      <p:sp>
        <p:nvSpPr>
          <p:cNvPr id="6" name="Rectangle 5"/>
          <p:cNvSpPr/>
          <p:nvPr/>
        </p:nvSpPr>
        <p:spPr bwMode="auto">
          <a:xfrm>
            <a:off x="21611250" y="15583423"/>
            <a:ext cx="11109959" cy="17246342"/>
          </a:xfrm>
          <a:prstGeom prst="rect">
            <a:avLst/>
          </a:prstGeom>
          <a:solidFill>
            <a:schemeClr val="bg1">
              <a:lumMod val="95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3135313" rtl="0" eaLnBrk="1" fontAlgn="base" latinLnBrk="0" hangingPunct="1">
              <a:lnSpc>
                <a:spcPct val="100000"/>
              </a:lnSpc>
              <a:spcBef>
                <a:spcPct val="0"/>
              </a:spcBef>
              <a:spcAft>
                <a:spcPct val="0"/>
              </a:spcAft>
              <a:buClrTx/>
              <a:buSzTx/>
              <a:buFontTx/>
              <a:buNone/>
              <a:tabLst/>
            </a:pPr>
            <a:endParaRPr kumimoji="0" lang="en-US" sz="6200" b="0" i="0" u="none" strike="noStrike" cap="none" normalizeH="0" baseline="0" dirty="0">
              <a:ln>
                <a:noFill/>
              </a:ln>
              <a:solidFill>
                <a:schemeClr val="tx1"/>
              </a:solidFill>
              <a:effectLst/>
              <a:latin typeface="Arial" charset="0"/>
            </a:endParaRP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5602" y="129063"/>
            <a:ext cx="4688821" cy="4684132"/>
          </a:xfrm>
          <a:prstGeom prst="rect">
            <a:avLst/>
          </a:prstGeom>
        </p:spPr>
      </p:pic>
      <p:sp>
        <p:nvSpPr>
          <p:cNvPr id="2050" name="Text Box 39"/>
          <p:cNvSpPr txBox="1">
            <a:spLocks noChangeArrowheads="1"/>
          </p:cNvSpPr>
          <p:nvPr/>
        </p:nvSpPr>
        <p:spPr bwMode="auto">
          <a:xfrm>
            <a:off x="6629400" y="0"/>
            <a:ext cx="32689799" cy="5010260"/>
          </a:xfrm>
          <a:prstGeom prst="rect">
            <a:avLst/>
          </a:prstGeom>
          <a:solidFill>
            <a:srgbClr val="44697D"/>
          </a:solidFill>
          <a:ln w="12700">
            <a:noFill/>
            <a:miter lim="800000"/>
            <a:headEnd/>
            <a:tailEnd/>
          </a:ln>
        </p:spPr>
        <p:txBody>
          <a:bodyPr lIns="100875" tIns="50438" rIns="100875" bIns="50438"/>
          <a:lstStyle/>
          <a:p>
            <a:pPr algn="ctr" defTabSz="5534194"/>
            <a:endParaRPr lang="en-US" sz="3900" b="1" i="1" dirty="0">
              <a:solidFill>
                <a:schemeClr val="bg1"/>
              </a:solidFill>
              <a:latin typeface="Calibri" pitchFamily="34" charset="0"/>
              <a:cs typeface="Calibri" pitchFamily="34" charset="0"/>
            </a:endParaRPr>
          </a:p>
        </p:txBody>
      </p:sp>
      <p:sp>
        <p:nvSpPr>
          <p:cNvPr id="2057" name="Text Box 76"/>
          <p:cNvSpPr txBox="1">
            <a:spLocks noChangeArrowheads="1"/>
          </p:cNvSpPr>
          <p:nvPr/>
        </p:nvSpPr>
        <p:spPr bwMode="auto">
          <a:xfrm>
            <a:off x="223625" y="14906712"/>
            <a:ext cx="20930425" cy="794358"/>
          </a:xfrm>
          <a:prstGeom prst="rect">
            <a:avLst/>
          </a:prstGeom>
          <a:solidFill>
            <a:srgbClr val="AE6042"/>
          </a:solidFill>
          <a:ln w="12700">
            <a:noFill/>
            <a:miter lim="800000"/>
            <a:headEnd/>
            <a:tailEnd/>
          </a:ln>
        </p:spPr>
        <p:txBody>
          <a:bodyPr wrap="square" lIns="100875" tIns="50438" rIns="100875" bIns="50438" anchor="ctr">
            <a:spAutoFit/>
          </a:bodyPr>
          <a:lstStyle>
            <a:defPPr>
              <a:defRPr lang="en-US"/>
            </a:defPPr>
            <a:lvl1pPr algn="ctr" defTabSz="5016500">
              <a:spcBef>
                <a:spcPct val="50000"/>
              </a:spcBef>
              <a:defRPr sz="3600">
                <a:solidFill>
                  <a:schemeClr val="bg1"/>
                </a:solidFill>
                <a:latin typeface="Calibri" pitchFamily="34" charset="0"/>
                <a:cs typeface="Calibri" pitchFamily="34" charset="0"/>
              </a:defRPr>
            </a:lvl1pPr>
          </a:lstStyle>
          <a:p>
            <a:r>
              <a:rPr lang="en-US" sz="4500" dirty="0">
                <a:latin typeface="Arial" pitchFamily="34" charset="0"/>
                <a:cs typeface="Arial" pitchFamily="34" charset="0"/>
              </a:rPr>
              <a:t>Tables &amp; Charts</a:t>
            </a:r>
          </a:p>
        </p:txBody>
      </p:sp>
      <p:sp>
        <p:nvSpPr>
          <p:cNvPr id="2058" name="TextBox 12"/>
          <p:cNvSpPr txBox="1">
            <a:spLocks noChangeArrowheads="1"/>
          </p:cNvSpPr>
          <p:nvPr/>
        </p:nvSpPr>
        <p:spPr bwMode="auto">
          <a:xfrm>
            <a:off x="8893166" y="3645981"/>
            <a:ext cx="26452286" cy="1332967"/>
          </a:xfrm>
          <a:prstGeom prst="rect">
            <a:avLst/>
          </a:prstGeom>
          <a:noFill/>
          <a:ln w="9525">
            <a:noFill/>
            <a:miter lim="800000"/>
            <a:headEnd/>
            <a:tailEnd/>
          </a:ln>
        </p:spPr>
        <p:txBody>
          <a:bodyPr wrap="square" lIns="100875" tIns="50438" rIns="100875" bIns="50438">
            <a:spAutoFit/>
          </a:bodyPr>
          <a:lstStyle/>
          <a:p>
            <a:pPr algn="ctr"/>
            <a:endParaRPr lang="en-US" sz="4000" i="1" dirty="0">
              <a:solidFill>
                <a:schemeClr val="bg1"/>
              </a:solidFill>
              <a:latin typeface="+mj-lt"/>
              <a:cs typeface="Arial" pitchFamily="34" charset="0"/>
            </a:endParaRPr>
          </a:p>
          <a:p>
            <a:pPr algn="ctr"/>
            <a:r>
              <a:rPr lang="en-US" sz="4000" dirty="0">
                <a:solidFill>
                  <a:schemeClr val="bg1"/>
                </a:solidFill>
                <a:latin typeface="+mj-lt"/>
              </a:rPr>
              <a:t>McWilliams School of Biomedical Informatics at UTHealth Houston</a:t>
            </a:r>
            <a:endParaRPr lang="en-US" sz="4000" i="1" dirty="0">
              <a:solidFill>
                <a:schemeClr val="bg1"/>
              </a:solidFill>
              <a:latin typeface="+mj-lt"/>
              <a:cs typeface="Arial" pitchFamily="34" charset="0"/>
            </a:endParaRPr>
          </a:p>
        </p:txBody>
      </p:sp>
      <p:sp>
        <p:nvSpPr>
          <p:cNvPr id="2061" name="TextBox 18"/>
          <p:cNvSpPr txBox="1">
            <a:spLocks noChangeArrowheads="1"/>
          </p:cNvSpPr>
          <p:nvPr/>
        </p:nvSpPr>
        <p:spPr bwMode="auto">
          <a:xfrm>
            <a:off x="8759454" y="2832814"/>
            <a:ext cx="26517600" cy="1548411"/>
          </a:xfrm>
          <a:prstGeom prst="rect">
            <a:avLst/>
          </a:prstGeom>
          <a:noFill/>
          <a:ln w="9525">
            <a:noFill/>
            <a:miter lim="800000"/>
            <a:headEnd/>
            <a:tailEnd/>
          </a:ln>
        </p:spPr>
        <p:txBody>
          <a:bodyPr wrap="square" lIns="100875" tIns="50438" rIns="100875" bIns="50438">
            <a:spAutoFit/>
          </a:bodyPr>
          <a:lstStyle/>
          <a:p>
            <a:pPr algn="ctr"/>
            <a:r>
              <a:rPr lang="en-US" sz="5000" b="1" dirty="0">
                <a:solidFill>
                  <a:schemeClr val="bg1"/>
                </a:solidFill>
                <a:latin typeface="Arial" pitchFamily="34" charset="0"/>
                <a:cs typeface="Arial" pitchFamily="34" charset="0"/>
              </a:rPr>
              <a:t>Jordan Pulaski</a:t>
            </a:r>
          </a:p>
          <a:p>
            <a:pPr algn="ctr"/>
            <a:r>
              <a:rPr lang="en-US" sz="4400" dirty="0">
                <a:solidFill>
                  <a:schemeClr val="bg1"/>
                </a:solidFill>
                <a:latin typeface="Arial" pitchFamily="34" charset="0"/>
                <a:cs typeface="Arial" pitchFamily="34" charset="0"/>
              </a:rPr>
              <a:t>BMI 6313: Scientific Writing in Healthcare</a:t>
            </a:r>
          </a:p>
        </p:txBody>
      </p:sp>
      <p:sp>
        <p:nvSpPr>
          <p:cNvPr id="2062" name="TextBox 19"/>
          <p:cNvSpPr txBox="1">
            <a:spLocks noChangeArrowheads="1"/>
          </p:cNvSpPr>
          <p:nvPr/>
        </p:nvSpPr>
        <p:spPr bwMode="auto">
          <a:xfrm>
            <a:off x="6858000" y="438150"/>
            <a:ext cx="32461200" cy="1979298"/>
          </a:xfrm>
          <a:prstGeom prst="rect">
            <a:avLst/>
          </a:prstGeom>
          <a:noFill/>
          <a:ln w="9525">
            <a:noFill/>
            <a:miter lim="800000"/>
            <a:headEnd/>
            <a:tailEnd/>
          </a:ln>
        </p:spPr>
        <p:txBody>
          <a:bodyPr wrap="square" lIns="100875" tIns="50438" rIns="100875" bIns="50438">
            <a:spAutoFit/>
          </a:bodyPr>
          <a:lstStyle/>
          <a:p>
            <a:pPr algn="ctr"/>
            <a:r>
              <a:rPr lang="en-US" b="1" dirty="0">
                <a:solidFill>
                  <a:schemeClr val="bg1"/>
                </a:solidFill>
                <a:latin typeface="Arial" pitchFamily="34" charset="0"/>
                <a:cs typeface="Arial" pitchFamily="34" charset="0"/>
              </a:rPr>
              <a:t>Early TEFCA Participation Was Not Associated With Lower Hospital Mortality</a:t>
            </a:r>
          </a:p>
          <a:p>
            <a:pPr algn="ctr"/>
            <a:r>
              <a:rPr lang="en-US" sz="5400" i="1" dirty="0">
                <a:solidFill>
                  <a:schemeClr val="bg1"/>
                </a:solidFill>
              </a:rPr>
              <a:t>A Cross-sectional analysis of 691 U.S. hospitals</a:t>
            </a:r>
            <a:endParaRPr lang="en-US" sz="5400" i="1" dirty="0">
              <a:solidFill>
                <a:schemeClr val="bg1"/>
              </a:solidFill>
              <a:latin typeface="Arial" pitchFamily="34" charset="0"/>
              <a:cs typeface="Arial" pitchFamily="34" charset="0"/>
            </a:endParaRPr>
          </a:p>
        </p:txBody>
      </p:sp>
      <p:sp>
        <p:nvSpPr>
          <p:cNvPr id="33" name="Text Box 45"/>
          <p:cNvSpPr txBox="1">
            <a:spLocks noChangeArrowheads="1"/>
          </p:cNvSpPr>
          <p:nvPr/>
        </p:nvSpPr>
        <p:spPr bwMode="auto">
          <a:xfrm>
            <a:off x="29625700" y="5110658"/>
            <a:ext cx="13432915" cy="803894"/>
          </a:xfrm>
          <a:prstGeom prst="rect">
            <a:avLst/>
          </a:prstGeom>
          <a:solidFill>
            <a:srgbClr val="AE6042"/>
          </a:solidFill>
          <a:ln w="12700">
            <a:noFill/>
            <a:miter lim="800000"/>
            <a:headEnd/>
            <a:tailEnd/>
          </a:ln>
        </p:spPr>
        <p:txBody>
          <a:bodyPr wrap="square" lIns="100875" tIns="50438" rIns="100875" bIns="50438" anchor="ctr">
            <a:spAutoFit/>
          </a:bodyPr>
          <a:lstStyle>
            <a:defPPr>
              <a:defRPr lang="en-US"/>
            </a:defPPr>
            <a:lvl1pPr algn="ctr" defTabSz="5016500">
              <a:spcBef>
                <a:spcPct val="50000"/>
              </a:spcBef>
              <a:defRPr sz="3600">
                <a:solidFill>
                  <a:schemeClr val="bg1"/>
                </a:solidFill>
                <a:latin typeface="Calibri" pitchFamily="34" charset="0"/>
                <a:cs typeface="Calibri" pitchFamily="34" charset="0"/>
              </a:defRPr>
            </a:lvl1pPr>
          </a:lstStyle>
          <a:p>
            <a:r>
              <a:rPr lang="en-US" sz="4500" dirty="0">
                <a:latin typeface="Arial" pitchFamily="34" charset="0"/>
                <a:cs typeface="Arial" pitchFamily="34" charset="0"/>
              </a:rPr>
              <a:t>Results</a:t>
            </a:r>
          </a:p>
        </p:txBody>
      </p:sp>
      <p:sp>
        <p:nvSpPr>
          <p:cNvPr id="34" name="Text Box 90"/>
          <p:cNvSpPr txBox="1">
            <a:spLocks noChangeArrowheads="1"/>
          </p:cNvSpPr>
          <p:nvPr/>
        </p:nvSpPr>
        <p:spPr bwMode="auto">
          <a:xfrm>
            <a:off x="29718000" y="6000340"/>
            <a:ext cx="6672819" cy="7165333"/>
          </a:xfrm>
          <a:prstGeom prst="rect">
            <a:avLst/>
          </a:prstGeom>
          <a:noFill/>
          <a:ln w="9525">
            <a:noFill/>
            <a:miter lim="800000"/>
            <a:headEnd/>
            <a:tailEnd/>
          </a:ln>
        </p:spPr>
        <p:txBody>
          <a:bodyPr wrap="square" lIns="0" tIns="50438" rIns="0" bIns="50438">
            <a:spAutoFit/>
          </a:bodyPr>
          <a:lstStyle/>
          <a:p>
            <a:pPr defTabSz="3458871">
              <a:spcBef>
                <a:spcPct val="50000"/>
              </a:spcBef>
            </a:pPr>
            <a:r>
              <a:rPr lang="en-US" sz="3400" b="1" dirty="0">
                <a:latin typeface="Arial" pitchFamily="34" charset="0"/>
                <a:cs typeface="Arial" pitchFamily="34" charset="0"/>
              </a:rPr>
              <a:t>Primary analysis</a:t>
            </a:r>
            <a:r>
              <a:rPr lang="en-US" sz="3400" dirty="0">
                <a:latin typeface="Arial" pitchFamily="34" charset="0"/>
                <a:cs typeface="Arial" pitchFamily="34" charset="0"/>
              </a:rPr>
              <a:t>. </a:t>
            </a:r>
          </a:p>
          <a:p>
            <a:pPr defTabSz="3458871">
              <a:spcBef>
                <a:spcPct val="50000"/>
              </a:spcBef>
            </a:pPr>
            <a:r>
              <a:rPr lang="en-US" sz="3400" dirty="0">
                <a:latin typeface="Arial" pitchFamily="34" charset="0"/>
                <a:cs typeface="Arial" pitchFamily="34" charset="0"/>
              </a:rPr>
              <a:t>691 hospitals</a:t>
            </a:r>
          </a:p>
          <a:p>
            <a:pPr marL="457200" indent="-457200" defTabSz="3458871">
              <a:spcBef>
                <a:spcPct val="50000"/>
              </a:spcBef>
              <a:buFont typeface="Arial" panose="020B0604020202020204" pitchFamily="34" charset="0"/>
              <a:buChar char="•"/>
            </a:pPr>
            <a:r>
              <a:rPr lang="en-US" sz="3400" dirty="0">
                <a:latin typeface="Arial" pitchFamily="34" charset="0"/>
                <a:cs typeface="Arial" pitchFamily="34" charset="0"/>
              </a:rPr>
              <a:t>112 (16.2%) currently in TEFCA</a:t>
            </a:r>
          </a:p>
          <a:p>
            <a:pPr marL="457200" indent="-457200" defTabSz="3458871">
              <a:spcBef>
                <a:spcPct val="50000"/>
              </a:spcBef>
              <a:buFont typeface="Arial" panose="020B0604020202020204" pitchFamily="34" charset="0"/>
              <a:buChar char="•"/>
            </a:pPr>
            <a:r>
              <a:rPr lang="en-US" sz="3400" dirty="0">
                <a:latin typeface="Arial" pitchFamily="34" charset="0"/>
                <a:cs typeface="Arial" pitchFamily="34" charset="0"/>
              </a:rPr>
              <a:t>289 (41.8%) planned TEFCA</a:t>
            </a:r>
          </a:p>
          <a:p>
            <a:pPr marL="457200" indent="-457200" defTabSz="3458871">
              <a:spcBef>
                <a:spcPct val="50000"/>
              </a:spcBef>
              <a:buFont typeface="Arial" panose="020B0604020202020204" pitchFamily="34" charset="0"/>
              <a:buChar char="•"/>
            </a:pPr>
            <a:r>
              <a:rPr lang="en-US" sz="3400" dirty="0">
                <a:latin typeface="Arial" pitchFamily="34" charset="0"/>
                <a:cs typeface="Arial" pitchFamily="34" charset="0"/>
              </a:rPr>
              <a:t>290 (42.0%) neither</a:t>
            </a:r>
          </a:p>
          <a:p>
            <a:pPr defTabSz="3458871">
              <a:spcBef>
                <a:spcPct val="50000"/>
              </a:spcBef>
            </a:pPr>
            <a:r>
              <a:rPr lang="en-US" sz="3400" dirty="0">
                <a:latin typeface="Arial" pitchFamily="34" charset="0"/>
                <a:cs typeface="Arial" pitchFamily="34" charset="0"/>
              </a:rPr>
              <a:t>In the adjusted primary model, current participation was associated with a 0.108-point higher Hybrid HWM score than planned participation (95% CI, 0.001–0.216; </a:t>
            </a:r>
            <a:r>
              <a:rPr lang="en-US" sz="3400" i="1" dirty="0">
                <a:latin typeface="Arial" pitchFamily="34" charset="0"/>
                <a:cs typeface="Arial" pitchFamily="34" charset="0"/>
              </a:rPr>
              <a:t>p</a:t>
            </a:r>
            <a:r>
              <a:rPr lang="en-US" sz="3400" dirty="0">
                <a:latin typeface="Arial" pitchFamily="34" charset="0"/>
                <a:cs typeface="Arial" pitchFamily="34" charset="0"/>
              </a:rPr>
              <a:t> = .047).</a:t>
            </a:r>
          </a:p>
        </p:txBody>
      </p:sp>
      <p:sp>
        <p:nvSpPr>
          <p:cNvPr id="2051" name="Text Box 41"/>
          <p:cNvSpPr txBox="1">
            <a:spLocks noChangeArrowheads="1"/>
          </p:cNvSpPr>
          <p:nvPr/>
        </p:nvSpPr>
        <p:spPr bwMode="auto">
          <a:xfrm>
            <a:off x="223625" y="5089573"/>
            <a:ext cx="13807777" cy="794358"/>
          </a:xfrm>
          <a:prstGeom prst="rect">
            <a:avLst/>
          </a:prstGeom>
          <a:solidFill>
            <a:srgbClr val="AE6042"/>
          </a:solidFill>
          <a:ln w="12700">
            <a:noFill/>
            <a:miter lim="800000"/>
            <a:headEnd/>
            <a:tailEnd/>
          </a:ln>
        </p:spPr>
        <p:txBody>
          <a:bodyPr wrap="square" lIns="100875" tIns="50438" rIns="100875" bIns="50438" anchor="ctr">
            <a:spAutoFit/>
          </a:bodyPr>
          <a:lstStyle/>
          <a:p>
            <a:pPr algn="ctr" defTabSz="5534194">
              <a:spcBef>
                <a:spcPct val="50000"/>
              </a:spcBef>
            </a:pPr>
            <a:r>
              <a:rPr lang="en-US" sz="4500" dirty="0">
                <a:solidFill>
                  <a:schemeClr val="bg1"/>
                </a:solidFill>
                <a:latin typeface="Arial" pitchFamily="34" charset="0"/>
                <a:cs typeface="Arial" pitchFamily="34" charset="0"/>
              </a:rPr>
              <a:t>Background &amp; Objective</a:t>
            </a:r>
          </a:p>
        </p:txBody>
      </p:sp>
      <p:sp>
        <p:nvSpPr>
          <p:cNvPr id="27" name="Text Box 45"/>
          <p:cNvSpPr txBox="1">
            <a:spLocks noChangeArrowheads="1"/>
          </p:cNvSpPr>
          <p:nvPr/>
        </p:nvSpPr>
        <p:spPr bwMode="auto">
          <a:xfrm>
            <a:off x="14263394" y="5096746"/>
            <a:ext cx="14983096" cy="794358"/>
          </a:xfrm>
          <a:prstGeom prst="rect">
            <a:avLst/>
          </a:prstGeom>
          <a:solidFill>
            <a:srgbClr val="AE6042"/>
          </a:solidFill>
          <a:ln w="12700">
            <a:noFill/>
            <a:miter lim="800000"/>
            <a:headEnd/>
            <a:tailEnd/>
          </a:ln>
        </p:spPr>
        <p:txBody>
          <a:bodyPr wrap="square" lIns="100875" tIns="50438" rIns="100875" bIns="50438" anchor="ctr">
            <a:spAutoFit/>
          </a:bodyPr>
          <a:lstStyle>
            <a:defPPr>
              <a:defRPr lang="en-US"/>
            </a:defPPr>
            <a:lvl1pPr algn="ctr" defTabSz="5016500">
              <a:spcBef>
                <a:spcPct val="50000"/>
              </a:spcBef>
              <a:defRPr sz="3600">
                <a:solidFill>
                  <a:schemeClr val="bg1"/>
                </a:solidFill>
                <a:latin typeface="Calibri" pitchFamily="34" charset="0"/>
                <a:cs typeface="Calibri" pitchFamily="34" charset="0"/>
              </a:defRPr>
            </a:lvl1pPr>
          </a:lstStyle>
          <a:p>
            <a:r>
              <a:rPr lang="en-US" sz="4500" dirty="0">
                <a:latin typeface="Arial" pitchFamily="34" charset="0"/>
                <a:cs typeface="Arial" pitchFamily="34" charset="0"/>
              </a:rPr>
              <a:t>Methods</a:t>
            </a:r>
          </a:p>
        </p:txBody>
      </p:sp>
      <p:sp>
        <p:nvSpPr>
          <p:cNvPr id="35" name="Text Box 90"/>
          <p:cNvSpPr txBox="1">
            <a:spLocks noChangeArrowheads="1"/>
          </p:cNvSpPr>
          <p:nvPr/>
        </p:nvSpPr>
        <p:spPr bwMode="auto">
          <a:xfrm>
            <a:off x="14263394" y="10656283"/>
            <a:ext cx="14983097" cy="4333789"/>
          </a:xfrm>
          <a:prstGeom prst="rect">
            <a:avLst/>
          </a:prstGeom>
          <a:noFill/>
          <a:ln w="9525">
            <a:noFill/>
            <a:miter lim="800000"/>
            <a:headEnd/>
            <a:tailEnd/>
          </a:ln>
        </p:spPr>
        <p:txBody>
          <a:bodyPr wrap="square" lIns="0" tIns="50438" rIns="0" bIns="50438">
            <a:spAutoFit/>
          </a:bodyPr>
          <a:lstStyle/>
          <a:p>
            <a:pPr defTabSz="3458871">
              <a:spcBef>
                <a:spcPct val="50000"/>
              </a:spcBef>
            </a:pPr>
            <a:r>
              <a:rPr lang="en-US" sz="2700" b="1" dirty="0">
                <a:latin typeface="Arial" pitchFamily="34" charset="0"/>
                <a:cs typeface="Arial" pitchFamily="34" charset="0"/>
              </a:rPr>
              <a:t>Figure 1. </a:t>
            </a:r>
            <a:r>
              <a:rPr lang="en-US" sz="2700" dirty="0">
                <a:latin typeface="Arial" pitchFamily="34" charset="0"/>
                <a:cs typeface="Arial" pitchFamily="34" charset="0"/>
              </a:rPr>
              <a:t>Data linkage and analytic workflow.</a:t>
            </a:r>
          </a:p>
          <a:p>
            <a:pPr defTabSz="3458871">
              <a:spcBef>
                <a:spcPct val="50000"/>
              </a:spcBef>
            </a:pPr>
            <a:r>
              <a:rPr lang="en-US" sz="3400" dirty="0">
                <a:latin typeface="Arial" pitchFamily="34" charset="0"/>
                <a:cs typeface="Arial" pitchFamily="34" charset="0"/>
              </a:rPr>
              <a:t>Hospital-level ONC survey data (2023–2024)</a:t>
            </a:r>
            <a:r>
              <a:rPr lang="en-US" sz="3400" baseline="30000" dirty="0">
                <a:latin typeface="Arial" pitchFamily="34" charset="0"/>
                <a:cs typeface="Arial" pitchFamily="34" charset="0"/>
              </a:rPr>
              <a:t>12</a:t>
            </a:r>
            <a:r>
              <a:rPr lang="en-US" sz="3400" dirty="0">
                <a:latin typeface="Arial" pitchFamily="34" charset="0"/>
                <a:cs typeface="Arial" pitchFamily="34" charset="0"/>
              </a:rPr>
              <a:t> were linked to CMS Hybrid HWM data (7/1/2023–6/30/2024) and heart failure/pneumonia mortality data (7/1/2021–6/30/2024).</a:t>
            </a:r>
            <a:r>
              <a:rPr lang="en-US" sz="3400" baseline="30000" dirty="0">
                <a:latin typeface="Arial" pitchFamily="34" charset="0"/>
                <a:cs typeface="Arial" pitchFamily="34" charset="0"/>
              </a:rPr>
              <a:t>13</a:t>
            </a:r>
            <a:r>
              <a:rPr lang="en-US" sz="3400" dirty="0">
                <a:latin typeface="Arial" pitchFamily="34" charset="0"/>
                <a:cs typeface="Arial" pitchFamily="34" charset="0"/>
              </a:rPr>
              <a:t> Adjusted OLS models compared current TEFCA and neither-current-nor-planned TEFCA hospitals with planned hospitals, controlling for national network, EHR vendor network, and HIO participation, log CMS denominator (total eligible patient population), state, and survey year. </a:t>
            </a:r>
            <a:r>
              <a:rPr lang="en-US" sz="2700" i="1" dirty="0">
                <a:latin typeface="Arial" pitchFamily="34" charset="0"/>
                <a:cs typeface="Arial" pitchFamily="34" charset="0"/>
              </a:rPr>
              <a:t>Note. </a:t>
            </a:r>
            <a:r>
              <a:rPr lang="en-US" sz="2700" dirty="0">
                <a:latin typeface="Arial" pitchFamily="34" charset="0"/>
                <a:cs typeface="Arial" pitchFamily="34" charset="0"/>
              </a:rPr>
              <a:t>Missing TEFCA and other network participation responses were coded as nonparticipation.</a:t>
            </a:r>
          </a:p>
        </p:txBody>
      </p:sp>
      <p:sp>
        <p:nvSpPr>
          <p:cNvPr id="19" name="Text Box 45"/>
          <p:cNvSpPr txBox="1">
            <a:spLocks noChangeArrowheads="1"/>
          </p:cNvSpPr>
          <p:nvPr/>
        </p:nvSpPr>
        <p:spPr bwMode="auto">
          <a:xfrm>
            <a:off x="33147000" y="14859000"/>
            <a:ext cx="9939528" cy="808277"/>
          </a:xfrm>
          <a:prstGeom prst="rect">
            <a:avLst/>
          </a:prstGeom>
          <a:solidFill>
            <a:srgbClr val="AE6042"/>
          </a:solidFill>
          <a:ln w="12700">
            <a:noFill/>
            <a:miter lim="800000"/>
            <a:headEnd/>
            <a:tailEnd/>
          </a:ln>
        </p:spPr>
        <p:txBody>
          <a:bodyPr wrap="square" lIns="100875" tIns="50438" rIns="100875" bIns="50438" anchor="ctr">
            <a:spAutoFit/>
          </a:bodyPr>
          <a:lstStyle>
            <a:defPPr>
              <a:defRPr lang="en-US"/>
            </a:defPPr>
            <a:lvl1pPr algn="ctr" defTabSz="5016500">
              <a:spcBef>
                <a:spcPct val="50000"/>
              </a:spcBef>
              <a:defRPr sz="3600">
                <a:solidFill>
                  <a:schemeClr val="bg1"/>
                </a:solidFill>
                <a:latin typeface="Calibri" pitchFamily="34" charset="0"/>
                <a:cs typeface="Calibri" pitchFamily="34" charset="0"/>
              </a:defRPr>
            </a:lvl1pPr>
          </a:lstStyle>
          <a:p>
            <a:r>
              <a:rPr lang="en-US" sz="4500" dirty="0">
                <a:latin typeface="Arial" pitchFamily="34" charset="0"/>
                <a:cs typeface="Arial" pitchFamily="34" charset="0"/>
              </a:rPr>
              <a:t>Conclusion</a:t>
            </a:r>
          </a:p>
        </p:txBody>
      </p:sp>
      <p:sp>
        <p:nvSpPr>
          <p:cNvPr id="20" name="Text Box 45"/>
          <p:cNvSpPr txBox="1">
            <a:spLocks noChangeArrowheads="1"/>
          </p:cNvSpPr>
          <p:nvPr/>
        </p:nvSpPr>
        <p:spPr bwMode="auto">
          <a:xfrm>
            <a:off x="33147000" y="27423615"/>
            <a:ext cx="10012680" cy="808277"/>
          </a:xfrm>
          <a:prstGeom prst="rect">
            <a:avLst/>
          </a:prstGeom>
          <a:solidFill>
            <a:srgbClr val="AE6042"/>
          </a:solidFill>
          <a:ln w="12700">
            <a:noFill/>
            <a:miter lim="800000"/>
            <a:headEnd/>
            <a:tailEnd/>
          </a:ln>
        </p:spPr>
        <p:txBody>
          <a:bodyPr wrap="square" lIns="100875" tIns="50438" rIns="100875" bIns="50438" anchor="ctr">
            <a:spAutoFit/>
          </a:bodyPr>
          <a:lstStyle>
            <a:defPPr>
              <a:defRPr lang="en-US"/>
            </a:defPPr>
            <a:lvl1pPr algn="ctr" defTabSz="5016500">
              <a:spcBef>
                <a:spcPct val="50000"/>
              </a:spcBef>
              <a:defRPr sz="3600">
                <a:solidFill>
                  <a:schemeClr val="bg1"/>
                </a:solidFill>
                <a:latin typeface="Calibri" pitchFamily="34" charset="0"/>
                <a:cs typeface="Calibri" pitchFamily="34" charset="0"/>
              </a:defRPr>
            </a:lvl1pPr>
          </a:lstStyle>
          <a:p>
            <a:r>
              <a:rPr lang="en-US" sz="4500" dirty="0">
                <a:latin typeface="Arial" pitchFamily="34" charset="0"/>
                <a:cs typeface="Arial" pitchFamily="34" charset="0"/>
              </a:rPr>
              <a:t>ACKNOWLEDGEMENTS</a:t>
            </a:r>
          </a:p>
        </p:txBody>
      </p:sp>
      <p:sp>
        <p:nvSpPr>
          <p:cNvPr id="21" name="Text Box 90"/>
          <p:cNvSpPr txBox="1">
            <a:spLocks noChangeArrowheads="1"/>
          </p:cNvSpPr>
          <p:nvPr/>
        </p:nvSpPr>
        <p:spPr bwMode="auto">
          <a:xfrm>
            <a:off x="258627" y="5792339"/>
            <a:ext cx="13807777" cy="7426943"/>
          </a:xfrm>
          <a:prstGeom prst="rect">
            <a:avLst/>
          </a:prstGeom>
          <a:noFill/>
          <a:ln w="9525">
            <a:noFill/>
            <a:miter lim="800000"/>
            <a:headEnd/>
            <a:tailEnd/>
          </a:ln>
        </p:spPr>
        <p:txBody>
          <a:bodyPr wrap="square" lIns="0" tIns="50438" rIns="0" bIns="50438">
            <a:spAutoFit/>
          </a:bodyPr>
          <a:lstStyle/>
          <a:p>
            <a:pPr defTabSz="3458871">
              <a:spcBef>
                <a:spcPct val="50000"/>
              </a:spcBef>
            </a:pPr>
            <a:r>
              <a:rPr lang="en-US" sz="3400" dirty="0">
                <a:latin typeface="Arial" pitchFamily="34" charset="0"/>
                <a:cs typeface="Arial" pitchFamily="34" charset="0"/>
              </a:rPr>
              <a:t>The Trusted Exchange Framework and Common Agreement (TEFCA) is a national framework for electronic health information exchange (HIE). It connects separate networks through Qualified Health Information Networks (QHINs).¹</a:t>
            </a:r>
          </a:p>
          <a:p>
            <a:pPr defTabSz="3458871">
              <a:spcBef>
                <a:spcPct val="50000"/>
              </a:spcBef>
            </a:pPr>
            <a:r>
              <a:rPr lang="en-US" sz="3400" b="1" dirty="0">
                <a:latin typeface="Arial" pitchFamily="34" charset="0"/>
                <a:cs typeface="Arial" pitchFamily="34" charset="0"/>
              </a:rPr>
              <a:t>Evidence gap</a:t>
            </a:r>
            <a:r>
              <a:rPr lang="en-US" sz="3400" dirty="0">
                <a:latin typeface="Arial" pitchFamily="34" charset="0"/>
                <a:cs typeface="Arial" pitchFamily="34" charset="0"/>
              </a:rPr>
              <a:t>. Prior HIE research has reported operational and utilization benefits, but evidence of lower mortality remains limited and largely observational.</a:t>
            </a:r>
            <a:r>
              <a:rPr lang="en-US" sz="3400" baseline="30000" dirty="0">
                <a:latin typeface="Arial" pitchFamily="34" charset="0"/>
                <a:cs typeface="Arial" pitchFamily="34" charset="0"/>
              </a:rPr>
              <a:t>2–11 </a:t>
            </a:r>
            <a:r>
              <a:rPr lang="en-US" sz="3400" dirty="0">
                <a:latin typeface="Arial" pitchFamily="34" charset="0"/>
                <a:cs typeface="Arial" pitchFamily="34" charset="0"/>
              </a:rPr>
              <a:t>TEFCA’s relationship with mortality during early implementation is unclear.</a:t>
            </a:r>
          </a:p>
          <a:p>
            <a:pPr defTabSz="3458871">
              <a:spcBef>
                <a:spcPct val="50000"/>
              </a:spcBef>
            </a:pPr>
            <a:r>
              <a:rPr lang="en-US" sz="3400" b="1" dirty="0">
                <a:latin typeface="Arial" pitchFamily="34" charset="0"/>
                <a:cs typeface="Arial" pitchFamily="34" charset="0"/>
              </a:rPr>
              <a:t>Objective. </a:t>
            </a:r>
            <a:r>
              <a:rPr lang="en-US" sz="3400" dirty="0">
                <a:latin typeface="Arial" pitchFamily="34" charset="0"/>
                <a:cs typeface="Arial" pitchFamily="34" charset="0"/>
              </a:rPr>
              <a:t>Determine whether U.S. non-federal acute care hospitals participating in TEFCA (current), versus hospitals with planned participation (planned), were associated with lower mortality. The primary outcome was CMS Hybrid Hospital-Wide Mortality (Hybrid HWM); heart failure and pneumonia mortality were secondary outcomes</a:t>
            </a:r>
          </a:p>
        </p:txBody>
      </p:sp>
      <p:sp>
        <p:nvSpPr>
          <p:cNvPr id="30" name="Text Box 90"/>
          <p:cNvSpPr txBox="1">
            <a:spLocks noChangeArrowheads="1"/>
          </p:cNvSpPr>
          <p:nvPr/>
        </p:nvSpPr>
        <p:spPr bwMode="auto">
          <a:xfrm>
            <a:off x="33357312" y="15762301"/>
            <a:ext cx="9509760" cy="6903723"/>
          </a:xfrm>
          <a:prstGeom prst="rect">
            <a:avLst/>
          </a:prstGeom>
          <a:noFill/>
          <a:ln w="9525">
            <a:noFill/>
            <a:miter lim="800000"/>
            <a:headEnd/>
            <a:tailEnd/>
          </a:ln>
        </p:spPr>
        <p:txBody>
          <a:bodyPr wrap="square" lIns="0" tIns="50438" rIns="0" bIns="50438">
            <a:spAutoFit/>
          </a:bodyPr>
          <a:lstStyle/>
          <a:p>
            <a:pPr defTabSz="3458871">
              <a:spcBef>
                <a:spcPct val="50000"/>
              </a:spcBef>
            </a:pPr>
            <a:r>
              <a:rPr lang="en-US" sz="3400" dirty="0">
                <a:latin typeface="Arial" pitchFamily="34" charset="0"/>
                <a:cs typeface="Arial" pitchFamily="34" charset="0"/>
              </a:rPr>
              <a:t>In this early hospital-level analysis, current TEFCA participation was not robustly associated with lower mortality than planned participation, and the small positive Hybrid HWM estimate was not reproduced across secondary outcomes. Because planned hospitals could already use other exchange networks, this was not a comparison with no electronic exchange. EHR vendor-network participation was associated with lower Hybrid HWM, but this observational finding does not establish causality. Longitudinal studies should evaluate sustained TEFCA use and actual exchange activity as implementation matures.</a:t>
            </a:r>
          </a:p>
        </p:txBody>
      </p:sp>
      <p:sp>
        <p:nvSpPr>
          <p:cNvPr id="22" name="Text Box 90"/>
          <p:cNvSpPr txBox="1">
            <a:spLocks noChangeArrowheads="1"/>
          </p:cNvSpPr>
          <p:nvPr/>
        </p:nvSpPr>
        <p:spPr bwMode="auto">
          <a:xfrm>
            <a:off x="33147000" y="28231892"/>
            <a:ext cx="10012680" cy="3609290"/>
          </a:xfrm>
          <a:prstGeom prst="rect">
            <a:avLst/>
          </a:prstGeom>
          <a:noFill/>
          <a:ln w="9525">
            <a:noFill/>
            <a:miter lim="800000"/>
            <a:headEnd/>
            <a:tailEnd/>
          </a:ln>
        </p:spPr>
        <p:txBody>
          <a:bodyPr wrap="square" lIns="0" tIns="38402" rIns="0" bIns="38402">
            <a:spAutoFit/>
          </a:bodyPr>
          <a:lstStyle/>
          <a:p>
            <a:pPr defTabSz="2633525">
              <a:spcBef>
                <a:spcPct val="50000"/>
              </a:spcBef>
            </a:pPr>
            <a:r>
              <a:rPr lang="en-US" sz="2700" dirty="0">
                <a:latin typeface="Arial" pitchFamily="34" charset="0"/>
                <a:cs typeface="Arial" pitchFamily="34" charset="0"/>
              </a:rPr>
              <a:t>I thank the BMI 6313 instructor and teaching assistant for instruction in scientific writing, motivation, and recommendations for publicly available data resources; the peer reviewers for their feedback; and ONC and CMS for making their datasets publicly available.</a:t>
            </a:r>
          </a:p>
          <a:p>
            <a:pPr defTabSz="2633525">
              <a:spcBef>
                <a:spcPct val="50000"/>
              </a:spcBef>
            </a:pPr>
            <a:r>
              <a:rPr lang="en-US" sz="2700" b="1" dirty="0">
                <a:latin typeface="Arial" pitchFamily="34" charset="0"/>
                <a:cs typeface="Arial" pitchFamily="34" charset="0"/>
              </a:rPr>
              <a:t>Generative AI disclosure. </a:t>
            </a:r>
            <a:r>
              <a:rPr lang="en-US" sz="2700" dirty="0">
                <a:latin typeface="Arial" pitchFamily="34" charset="0"/>
                <a:cs typeface="Arial" pitchFamily="34" charset="0"/>
              </a:rPr>
              <a:t>ChatGPT (OpenAI) assisted with statistical analysis and code development, interpretation, and editing; all outputs were reviewed and verified by the author.</a:t>
            </a:r>
          </a:p>
        </p:txBody>
      </p:sp>
      <p:sp>
        <p:nvSpPr>
          <p:cNvPr id="25" name="Text Box 90"/>
          <p:cNvSpPr txBox="1">
            <a:spLocks noChangeArrowheads="1"/>
          </p:cNvSpPr>
          <p:nvPr/>
        </p:nvSpPr>
        <p:spPr bwMode="auto">
          <a:xfrm>
            <a:off x="33192718" y="31942617"/>
            <a:ext cx="9966962" cy="671248"/>
          </a:xfrm>
          <a:prstGeom prst="rect">
            <a:avLst/>
          </a:prstGeom>
          <a:noFill/>
          <a:ln w="9525">
            <a:noFill/>
            <a:miter lim="800000"/>
            <a:headEnd/>
            <a:tailEnd/>
          </a:ln>
        </p:spPr>
        <p:txBody>
          <a:bodyPr wrap="square" lIns="0" tIns="50438" rIns="0" bIns="50438">
            <a:spAutoFit/>
          </a:bodyPr>
          <a:lstStyle/>
          <a:p>
            <a:pPr defTabSz="3458871">
              <a:spcBef>
                <a:spcPts val="0"/>
              </a:spcBef>
            </a:pPr>
            <a:r>
              <a:rPr lang="en-US" sz="3700" b="1" i="1" dirty="0">
                <a:solidFill>
                  <a:srgbClr val="C15017"/>
                </a:solidFill>
                <a:latin typeface="Arial" pitchFamily="34" charset="0"/>
                <a:cs typeface="Arial" pitchFamily="34" charset="0"/>
              </a:rPr>
              <a:t>Contact: </a:t>
            </a:r>
            <a:r>
              <a:rPr lang="en-US" sz="3700" i="1" dirty="0">
                <a:solidFill>
                  <a:srgbClr val="C15017"/>
                </a:solidFill>
                <a:latin typeface="Arial" pitchFamily="34" charset="0"/>
                <a:cs typeface="Arial" pitchFamily="34" charset="0"/>
              </a:rPr>
              <a:t>jordan.a.pulaski@uth.tmc.edu</a:t>
            </a:r>
          </a:p>
        </p:txBody>
      </p:sp>
      <p:sp>
        <p:nvSpPr>
          <p:cNvPr id="28" name="Text Box 45"/>
          <p:cNvSpPr txBox="1">
            <a:spLocks noChangeArrowheads="1"/>
          </p:cNvSpPr>
          <p:nvPr/>
        </p:nvSpPr>
        <p:spPr bwMode="auto">
          <a:xfrm>
            <a:off x="21579841" y="14859000"/>
            <a:ext cx="11109959" cy="808277"/>
          </a:xfrm>
          <a:prstGeom prst="rect">
            <a:avLst/>
          </a:prstGeom>
          <a:solidFill>
            <a:srgbClr val="AE6042"/>
          </a:solidFill>
          <a:ln w="12700">
            <a:noFill/>
            <a:miter lim="800000"/>
            <a:headEnd/>
            <a:tailEnd/>
          </a:ln>
        </p:spPr>
        <p:txBody>
          <a:bodyPr wrap="square" lIns="100875" tIns="50438" rIns="100875" bIns="50438" anchor="ctr">
            <a:spAutoFit/>
          </a:bodyPr>
          <a:lstStyle>
            <a:defPPr>
              <a:defRPr lang="en-US"/>
            </a:defPPr>
            <a:lvl1pPr algn="ctr" defTabSz="5016500">
              <a:spcBef>
                <a:spcPct val="50000"/>
              </a:spcBef>
              <a:defRPr sz="3600">
                <a:solidFill>
                  <a:schemeClr val="bg1"/>
                </a:solidFill>
                <a:latin typeface="Calibri" pitchFamily="34" charset="0"/>
                <a:cs typeface="Calibri" pitchFamily="34" charset="0"/>
              </a:defRPr>
            </a:lvl1pPr>
          </a:lstStyle>
          <a:p>
            <a:r>
              <a:rPr lang="en-US" sz="4500" dirty="0">
                <a:latin typeface="Arial" pitchFamily="34" charset="0"/>
                <a:cs typeface="Arial" pitchFamily="34" charset="0"/>
              </a:rPr>
              <a:t>Interpretations &amp; Limitations</a:t>
            </a:r>
          </a:p>
        </p:txBody>
      </p:sp>
      <p:sp>
        <p:nvSpPr>
          <p:cNvPr id="29" name="Text Box 90"/>
          <p:cNvSpPr txBox="1">
            <a:spLocks noChangeArrowheads="1"/>
          </p:cNvSpPr>
          <p:nvPr/>
        </p:nvSpPr>
        <p:spPr bwMode="auto">
          <a:xfrm>
            <a:off x="21824359" y="15703244"/>
            <a:ext cx="10721145" cy="17275793"/>
          </a:xfrm>
          <a:prstGeom prst="rect">
            <a:avLst/>
          </a:prstGeom>
          <a:noFill/>
          <a:ln w="9525">
            <a:noFill/>
            <a:miter lim="800000"/>
            <a:headEnd/>
            <a:tailEnd/>
          </a:ln>
        </p:spPr>
        <p:txBody>
          <a:bodyPr wrap="square" lIns="0" tIns="50438" rIns="0" bIns="50438">
            <a:spAutoFit/>
          </a:bodyPr>
          <a:lstStyle/>
          <a:p>
            <a:pPr defTabSz="3458871">
              <a:spcBef>
                <a:spcPct val="50000"/>
              </a:spcBef>
            </a:pPr>
            <a:r>
              <a:rPr lang="en-US" sz="3600" b="1" dirty="0">
                <a:latin typeface="Arial" pitchFamily="34" charset="0"/>
                <a:cs typeface="Arial" pitchFamily="34" charset="0"/>
              </a:rPr>
              <a:t>Interpretation. </a:t>
            </a:r>
            <a:r>
              <a:rPr lang="en-US" sz="3600" dirty="0">
                <a:latin typeface="Arial" pitchFamily="34" charset="0"/>
                <a:cs typeface="Arial" pitchFamily="34" charset="0"/>
              </a:rPr>
              <a:t>Early TEFCA participation was not robustly associated with lower mortality than planned participation. The small positive estimate was sensitive to the standard-error method and absent for secondary outcomes; it should not be interpreted as evidence of harm. Effects may require longer, fuller adoption and routine exchange use.</a:t>
            </a:r>
          </a:p>
          <a:p>
            <a:pPr defTabSz="3458871">
              <a:spcBef>
                <a:spcPct val="50000"/>
              </a:spcBef>
            </a:pPr>
            <a:r>
              <a:rPr lang="en-US" sz="3600" dirty="0">
                <a:latin typeface="Arial" pitchFamily="34" charset="0"/>
                <a:cs typeface="Arial" pitchFamily="34" charset="0"/>
              </a:rPr>
              <a:t>EHR vendor network participation was associated with lower Hybrid HWM, possibly reflecting more established infrastructure or workflow integration, but this secondary finding does not establish causality.</a:t>
            </a:r>
          </a:p>
          <a:p>
            <a:pPr defTabSz="3458871">
              <a:spcBef>
                <a:spcPct val="50000"/>
              </a:spcBef>
            </a:pPr>
            <a:r>
              <a:rPr lang="en-US" sz="3600" b="1" dirty="0">
                <a:latin typeface="Arial" pitchFamily="34" charset="0"/>
                <a:cs typeface="Arial" pitchFamily="34" charset="0"/>
              </a:rPr>
              <a:t>Limitations.</a:t>
            </a:r>
          </a:p>
          <a:p>
            <a:pPr marL="457200" indent="-457200" defTabSz="3458871">
              <a:spcBef>
                <a:spcPct val="50000"/>
              </a:spcBef>
              <a:buFont typeface="Arial" panose="020B0604020202020204" pitchFamily="34" charset="0"/>
              <a:buChar char="•"/>
            </a:pPr>
            <a:r>
              <a:rPr lang="en-US" sz="3600" dirty="0">
                <a:latin typeface="Arial" pitchFamily="34" charset="0"/>
                <a:cs typeface="Arial" pitchFamily="34" charset="0"/>
              </a:rPr>
              <a:t>Cross-sectional hospital comparisons cannot establish causality or within-hospital change.</a:t>
            </a:r>
          </a:p>
          <a:p>
            <a:pPr marL="457200" indent="-457200" defTabSz="3458871">
              <a:spcBef>
                <a:spcPct val="50000"/>
              </a:spcBef>
              <a:buFont typeface="Arial" panose="020B0604020202020204" pitchFamily="34" charset="0"/>
              <a:buChar char="•"/>
            </a:pPr>
            <a:r>
              <a:rPr lang="en-US" sz="3600" dirty="0">
                <a:latin typeface="Arial" pitchFamily="34" charset="0"/>
                <a:cs typeface="Arial" pitchFamily="34" charset="0"/>
              </a:rPr>
              <a:t>Surveys measured reported participation, not HIE volume, quality, or workflow integration.</a:t>
            </a:r>
          </a:p>
          <a:p>
            <a:pPr marL="457200" indent="-457200" defTabSz="3458871">
              <a:spcBef>
                <a:spcPct val="50000"/>
              </a:spcBef>
              <a:buFont typeface="Arial" panose="020B0604020202020204" pitchFamily="34" charset="0"/>
              <a:buChar char="•"/>
            </a:pPr>
            <a:r>
              <a:rPr lang="en-US" sz="3600" dirty="0">
                <a:latin typeface="Arial" pitchFamily="34" charset="0"/>
                <a:cs typeface="Arial" pitchFamily="34" charset="0"/>
              </a:rPr>
              <a:t>Planned hospitals may already use other networks, narrowing the contrast.</a:t>
            </a:r>
          </a:p>
          <a:p>
            <a:pPr marL="457200" indent="-457200" defTabSz="3458871">
              <a:spcBef>
                <a:spcPct val="50000"/>
              </a:spcBef>
              <a:buFont typeface="Arial" panose="020B0604020202020204" pitchFamily="34" charset="0"/>
              <a:buChar char="•"/>
            </a:pPr>
            <a:r>
              <a:rPr lang="en-US" sz="3600" dirty="0">
                <a:latin typeface="Arial" pitchFamily="34" charset="0"/>
                <a:cs typeface="Arial" pitchFamily="34" charset="0"/>
              </a:rPr>
              <a:t>Unmeasured hospital characteristics may confound estimates.</a:t>
            </a:r>
          </a:p>
          <a:p>
            <a:pPr marL="457200" indent="-457200" defTabSz="3458871">
              <a:spcBef>
                <a:spcPct val="50000"/>
              </a:spcBef>
              <a:buFont typeface="Arial" panose="020B0604020202020204" pitchFamily="34" charset="0"/>
              <a:buChar char="•"/>
            </a:pPr>
            <a:r>
              <a:rPr lang="en-US" sz="3600" dirty="0">
                <a:latin typeface="Arial" pitchFamily="34" charset="0"/>
                <a:cs typeface="Arial" pitchFamily="34" charset="0"/>
              </a:rPr>
              <a:t>The primary outcome window was not fully post-TEFCA; secondary windows largely predated implementation.</a:t>
            </a:r>
          </a:p>
          <a:p>
            <a:pPr defTabSz="3458871">
              <a:spcBef>
                <a:spcPct val="50000"/>
              </a:spcBef>
            </a:pPr>
            <a:r>
              <a:rPr lang="en-US" sz="3600" b="1" dirty="0">
                <a:latin typeface="Arial" pitchFamily="34" charset="0"/>
                <a:cs typeface="Arial" pitchFamily="34" charset="0"/>
              </a:rPr>
              <a:t>Future work</a:t>
            </a:r>
            <a:r>
              <a:rPr lang="en-US" sz="3600" dirty="0">
                <a:latin typeface="Arial" pitchFamily="34" charset="0"/>
                <a:cs typeface="Arial" pitchFamily="34" charset="0"/>
              </a:rPr>
              <a:t>. Longitudinal studies should evaluate sustained TEFCA use, actual exchange activity, and later clinical outcomes (e.g., difference-in-differences).</a:t>
            </a:r>
          </a:p>
        </p:txBody>
      </p:sp>
      <p:cxnSp>
        <p:nvCxnSpPr>
          <p:cNvPr id="5" name="Straight Connector 4"/>
          <p:cNvCxnSpPr>
            <a:cxnSpLocks/>
          </p:cNvCxnSpPr>
          <p:nvPr/>
        </p:nvCxnSpPr>
        <p:spPr bwMode="auto">
          <a:xfrm>
            <a:off x="8001000" y="2514600"/>
            <a:ext cx="29946600" cy="0"/>
          </a:xfrm>
          <a:prstGeom prst="line">
            <a:avLst/>
          </a:prstGeom>
          <a:ln>
            <a:headEnd type="none" w="med" len="med"/>
            <a:tailEnd type="none" w="med" len="med"/>
          </a:ln>
        </p:spPr>
        <p:style>
          <a:lnRef idx="1">
            <a:schemeClr val="accent3"/>
          </a:lnRef>
          <a:fillRef idx="0">
            <a:schemeClr val="accent3"/>
          </a:fillRef>
          <a:effectRef idx="0">
            <a:schemeClr val="accent3"/>
          </a:effectRef>
          <a:fontRef idx="minor">
            <a:schemeClr val="tx1"/>
          </a:fontRef>
        </p:style>
      </p:cxnSp>
      <p:graphicFrame>
        <p:nvGraphicFramePr>
          <p:cNvPr id="9" name="Table 8">
            <a:extLst>
              <a:ext uri="{FF2B5EF4-FFF2-40B4-BE49-F238E27FC236}">
                <a16:creationId xmlns:a16="http://schemas.microsoft.com/office/drawing/2014/main" id="{C91030CC-5967-3D82-32C6-E8F574FD0450}"/>
              </a:ext>
            </a:extLst>
          </p:cNvPr>
          <p:cNvGraphicFramePr>
            <a:graphicFrameLocks noGrp="1"/>
          </p:cNvGraphicFramePr>
          <p:nvPr>
            <p:extLst>
              <p:ext uri="{D42A27DB-BD31-4B8C-83A1-F6EECF244321}">
                <p14:modId xmlns:p14="http://schemas.microsoft.com/office/powerpoint/2010/main" val="667498683"/>
              </p:ext>
            </p:extLst>
          </p:nvPr>
        </p:nvGraphicFramePr>
        <p:xfrm>
          <a:off x="1024128" y="16325379"/>
          <a:ext cx="19549872" cy="6745228"/>
        </p:xfrm>
        <a:graphic>
          <a:graphicData uri="http://schemas.openxmlformats.org/drawingml/2006/table">
            <a:tbl>
              <a:tblPr>
                <a:tableStyleId>{08FB837D-C827-4EFA-A057-4D05807E0F7C}</a:tableStyleId>
              </a:tblPr>
              <a:tblGrid>
                <a:gridCol w="8119872">
                  <a:extLst>
                    <a:ext uri="{9D8B030D-6E8A-4147-A177-3AD203B41FA5}">
                      <a16:colId xmlns:a16="http://schemas.microsoft.com/office/drawing/2014/main" val="2227418081"/>
                    </a:ext>
                  </a:extLst>
                </a:gridCol>
                <a:gridCol w="2286000">
                  <a:extLst>
                    <a:ext uri="{9D8B030D-6E8A-4147-A177-3AD203B41FA5}">
                      <a16:colId xmlns:a16="http://schemas.microsoft.com/office/drawing/2014/main" val="3713572183"/>
                    </a:ext>
                  </a:extLst>
                </a:gridCol>
                <a:gridCol w="5029200">
                  <a:extLst>
                    <a:ext uri="{9D8B030D-6E8A-4147-A177-3AD203B41FA5}">
                      <a16:colId xmlns:a16="http://schemas.microsoft.com/office/drawing/2014/main" val="883751037"/>
                    </a:ext>
                  </a:extLst>
                </a:gridCol>
                <a:gridCol w="4114800">
                  <a:extLst>
                    <a:ext uri="{9D8B030D-6E8A-4147-A177-3AD203B41FA5}">
                      <a16:colId xmlns:a16="http://schemas.microsoft.com/office/drawing/2014/main" val="3209527260"/>
                    </a:ext>
                  </a:extLst>
                </a:gridCol>
              </a:tblGrid>
              <a:tr h="1092507">
                <a:tc>
                  <a:txBody>
                    <a:bodyPr/>
                    <a:lstStyle/>
                    <a:p>
                      <a:r>
                        <a:rPr lang="en-US" sz="4000" b="1" dirty="0"/>
                        <a:t>Analysis: current vs planned TEFCA hospitals</a:t>
                      </a:r>
                    </a:p>
                  </a:txBody>
                  <a:tcPr anchor="ctr">
                    <a:lnL w="9525" cap="flat" cmpd="sng" algn="ctr">
                      <a:noFill/>
                      <a:prstDash val="solid"/>
                    </a:lnL>
                    <a:lnR w="9525" cap="flat" cmpd="sng" algn="ctr">
                      <a:noFill/>
                      <a:prstDash val="solid"/>
                    </a:lnR>
                    <a:lnT w="9525" cap="flat" cmpd="sng" algn="ctr">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l-GR" sz="4000" b="1" dirty="0"/>
                        <a:t>β</a:t>
                      </a:r>
                    </a:p>
                  </a:txBody>
                  <a:tcPr anchor="ctr">
                    <a:lnL w="9525" cap="flat" cmpd="sng" algn="ctr">
                      <a:noFill/>
                      <a:prstDash val="solid"/>
                    </a:lnL>
                    <a:lnR w="9525" cap="flat" cmpd="sng" algn="ctr">
                      <a:noFill/>
                      <a:prstDash val="solid"/>
                    </a:lnR>
                    <a:lnT w="9525" cap="flat" cmpd="sng" algn="ctr">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4000" b="1" dirty="0"/>
                        <a:t>95% CI</a:t>
                      </a:r>
                    </a:p>
                  </a:txBody>
                  <a:tcPr anchor="ctr">
                    <a:lnL w="9525" cap="flat" cmpd="sng" algn="ctr">
                      <a:noFill/>
                      <a:prstDash val="solid"/>
                    </a:lnL>
                    <a:lnR w="9525" cap="flat" cmpd="sng" algn="ctr">
                      <a:noFill/>
                      <a:prstDash val="solid"/>
                    </a:lnR>
                    <a:lnT w="9525" cap="flat" cmpd="sng" algn="ctr">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3600" b="1" dirty="0"/>
                        <a:t>P-value</a:t>
                      </a:r>
                    </a:p>
                  </a:txBody>
                  <a:tcPr anchor="ctr">
                    <a:lnL w="9525" cap="flat" cmpd="sng" algn="ctr">
                      <a:noFill/>
                      <a:prstDash val="solid"/>
                    </a:lnL>
                    <a:lnR w="9525" cap="flat" cmpd="sng" algn="ctr">
                      <a:noFill/>
                      <a:prstDash val="solid"/>
                    </a:lnR>
                    <a:lnT w="9525" cap="flat" cmpd="sng" algn="ctr">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675766204"/>
                  </a:ext>
                </a:extLst>
              </a:tr>
              <a:tr h="1358647">
                <a:tc>
                  <a:txBody>
                    <a:bodyPr/>
                    <a:lstStyle/>
                    <a:p>
                      <a:r>
                        <a:rPr lang="en-US" sz="4000" dirty="0">
                          <a:highlight>
                            <a:srgbClr val="FFFF00"/>
                          </a:highlight>
                        </a:rPr>
                        <a:t>Primary Hybrid HWM model</a:t>
                      </a:r>
                    </a:p>
                  </a:txBody>
                  <a:tcPr anchor="ctr">
                    <a:lnT w="12700" cap="flat" cmpd="sng" algn="ctr">
                      <a:solidFill>
                        <a:schemeClr val="tx1"/>
                      </a:solidFill>
                      <a:prstDash val="solid"/>
                      <a:round/>
                      <a:headEnd type="none" w="med" len="med"/>
                      <a:tailEnd type="none" w="med" len="med"/>
                    </a:lnT>
                  </a:tcPr>
                </a:tc>
                <a:tc>
                  <a:txBody>
                    <a:bodyPr/>
                    <a:lstStyle/>
                    <a:p>
                      <a:pPr algn="r"/>
                      <a:r>
                        <a:rPr lang="en-US" sz="4000" dirty="0">
                          <a:highlight>
                            <a:srgbClr val="FFFF00"/>
                          </a:highlight>
                        </a:rPr>
                        <a:t>0.108</a:t>
                      </a:r>
                    </a:p>
                  </a:txBody>
                  <a:tcPr anchor="ctr">
                    <a:lnT w="12700" cap="flat" cmpd="sng" algn="ctr">
                      <a:solidFill>
                        <a:schemeClr val="tx1"/>
                      </a:solidFill>
                      <a:prstDash val="solid"/>
                      <a:round/>
                      <a:headEnd type="none" w="med" len="med"/>
                      <a:tailEnd type="none" w="med" len="med"/>
                    </a:lnT>
                  </a:tcPr>
                </a:tc>
                <a:tc>
                  <a:txBody>
                    <a:bodyPr/>
                    <a:lstStyle/>
                    <a:p>
                      <a:pPr algn="r"/>
                      <a:r>
                        <a:rPr lang="en-US" sz="4000" dirty="0">
                          <a:highlight>
                            <a:srgbClr val="FFFF00"/>
                          </a:highlight>
                        </a:rPr>
                        <a:t>0.001 to 0.216</a:t>
                      </a:r>
                    </a:p>
                  </a:txBody>
                  <a:tcPr anchor="ctr">
                    <a:lnT w="12700" cap="flat" cmpd="sng" algn="ctr">
                      <a:solidFill>
                        <a:schemeClr val="tx1"/>
                      </a:solidFill>
                      <a:prstDash val="solid"/>
                      <a:round/>
                      <a:headEnd type="none" w="med" len="med"/>
                      <a:tailEnd type="none" w="med" len="med"/>
                    </a:lnT>
                  </a:tcPr>
                </a:tc>
                <a:tc>
                  <a:txBody>
                    <a:bodyPr/>
                    <a:lstStyle/>
                    <a:p>
                      <a:pPr algn="r"/>
                      <a:r>
                        <a:rPr lang="en-US" sz="4000" dirty="0">
                          <a:highlight>
                            <a:srgbClr val="FFFF00"/>
                          </a:highlight>
                        </a:rPr>
                        <a:t>.047</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418659073"/>
                  </a:ext>
                </a:extLst>
              </a:tr>
              <a:tr h="1358647">
                <a:tc>
                  <a:txBody>
                    <a:bodyPr/>
                    <a:lstStyle/>
                    <a:p>
                      <a:r>
                        <a:rPr lang="en-US" sz="4000" dirty="0">
                          <a:highlight>
                            <a:srgbClr val="FFFF00"/>
                          </a:highlight>
                        </a:rPr>
                        <a:t>Primary model, HC3 robust SEs</a:t>
                      </a:r>
                    </a:p>
                  </a:txBody>
                  <a:tcPr anchor="ctr"/>
                </a:tc>
                <a:tc>
                  <a:txBody>
                    <a:bodyPr/>
                    <a:lstStyle/>
                    <a:p>
                      <a:pPr algn="r"/>
                      <a:r>
                        <a:rPr lang="en-US" sz="4000" dirty="0">
                          <a:highlight>
                            <a:srgbClr val="FFFF00"/>
                          </a:highlight>
                        </a:rPr>
                        <a:t>0.108</a:t>
                      </a:r>
                    </a:p>
                  </a:txBody>
                  <a:tcPr anchor="ctr"/>
                </a:tc>
                <a:tc>
                  <a:txBody>
                    <a:bodyPr/>
                    <a:lstStyle/>
                    <a:p>
                      <a:pPr algn="r"/>
                      <a:r>
                        <a:rPr lang="en-US" sz="4000" dirty="0">
                          <a:highlight>
                            <a:srgbClr val="FFFF00"/>
                          </a:highlight>
                        </a:rPr>
                        <a:t>−0.010 to 0.227</a:t>
                      </a:r>
                    </a:p>
                  </a:txBody>
                  <a:tcPr anchor="ctr"/>
                </a:tc>
                <a:tc>
                  <a:txBody>
                    <a:bodyPr/>
                    <a:lstStyle/>
                    <a:p>
                      <a:pPr algn="r"/>
                      <a:r>
                        <a:rPr lang="en-US" sz="4000" dirty="0">
                          <a:highlight>
                            <a:srgbClr val="FFFF00"/>
                          </a:highlight>
                        </a:rPr>
                        <a:t>.072</a:t>
                      </a:r>
                    </a:p>
                  </a:txBody>
                  <a:tcPr anchor="ctr"/>
                </a:tc>
                <a:extLst>
                  <a:ext uri="{0D108BD9-81ED-4DB2-BD59-A6C34878D82A}">
                    <a16:rowId xmlns:a16="http://schemas.microsoft.com/office/drawing/2014/main" val="2916942630"/>
                  </a:ext>
                </a:extLst>
              </a:tr>
              <a:tr h="1358647">
                <a:tc>
                  <a:txBody>
                    <a:bodyPr/>
                    <a:lstStyle/>
                    <a:p>
                      <a:r>
                        <a:rPr lang="en-US" sz="4000" dirty="0"/>
                        <a:t>Heart failure mortality</a:t>
                      </a:r>
                    </a:p>
                  </a:txBody>
                  <a:tcPr anchor="ctr"/>
                </a:tc>
                <a:tc>
                  <a:txBody>
                    <a:bodyPr/>
                    <a:lstStyle/>
                    <a:p>
                      <a:pPr algn="r"/>
                      <a:r>
                        <a:rPr lang="en-US" sz="4000" dirty="0"/>
                        <a:t>−0.024</a:t>
                      </a:r>
                    </a:p>
                  </a:txBody>
                  <a:tcPr anchor="ctr"/>
                </a:tc>
                <a:tc>
                  <a:txBody>
                    <a:bodyPr/>
                    <a:lstStyle/>
                    <a:p>
                      <a:pPr algn="r"/>
                      <a:r>
                        <a:rPr lang="en-US" sz="4000" dirty="0"/>
                        <a:t>−0.545 to 0.497</a:t>
                      </a:r>
                    </a:p>
                  </a:txBody>
                  <a:tcPr anchor="ctr"/>
                </a:tc>
                <a:tc>
                  <a:txBody>
                    <a:bodyPr/>
                    <a:lstStyle/>
                    <a:p>
                      <a:pPr algn="r"/>
                      <a:r>
                        <a:rPr lang="en-US" sz="4000" dirty="0"/>
                        <a:t>.927</a:t>
                      </a:r>
                    </a:p>
                  </a:txBody>
                  <a:tcPr anchor="ctr"/>
                </a:tc>
                <a:extLst>
                  <a:ext uri="{0D108BD9-81ED-4DB2-BD59-A6C34878D82A}">
                    <a16:rowId xmlns:a16="http://schemas.microsoft.com/office/drawing/2014/main" val="4042611858"/>
                  </a:ext>
                </a:extLst>
              </a:tr>
              <a:tr h="1358647">
                <a:tc>
                  <a:txBody>
                    <a:bodyPr/>
                    <a:lstStyle/>
                    <a:p>
                      <a:r>
                        <a:rPr lang="en-US" sz="4000" dirty="0"/>
                        <a:t>Pneumonia mortality</a:t>
                      </a:r>
                    </a:p>
                  </a:txBody>
                  <a:tcPr anchor="ctr"/>
                </a:tc>
                <a:tc>
                  <a:txBody>
                    <a:bodyPr/>
                    <a:lstStyle/>
                    <a:p>
                      <a:pPr algn="r"/>
                      <a:r>
                        <a:rPr lang="en-US" sz="4000" dirty="0"/>
                        <a:t>0.479</a:t>
                      </a:r>
                    </a:p>
                  </a:txBody>
                  <a:tcPr anchor="ctr"/>
                </a:tc>
                <a:tc>
                  <a:txBody>
                    <a:bodyPr/>
                    <a:lstStyle/>
                    <a:p>
                      <a:pPr algn="r"/>
                      <a:r>
                        <a:rPr lang="en-US" sz="4000" dirty="0"/>
                        <a:t>−0.115 to 1.073</a:t>
                      </a:r>
                    </a:p>
                  </a:txBody>
                  <a:tcPr anchor="ctr"/>
                </a:tc>
                <a:tc>
                  <a:txBody>
                    <a:bodyPr/>
                    <a:lstStyle/>
                    <a:p>
                      <a:pPr algn="r"/>
                      <a:r>
                        <a:rPr lang="en-US" sz="4000" dirty="0"/>
                        <a:t>.114</a:t>
                      </a:r>
                    </a:p>
                  </a:txBody>
                  <a:tcPr anchor="ctr"/>
                </a:tc>
                <a:extLst>
                  <a:ext uri="{0D108BD9-81ED-4DB2-BD59-A6C34878D82A}">
                    <a16:rowId xmlns:a16="http://schemas.microsoft.com/office/drawing/2014/main" val="4071906866"/>
                  </a:ext>
                </a:extLst>
              </a:tr>
            </a:tbl>
          </a:graphicData>
        </a:graphic>
      </p:graphicFrame>
      <p:sp>
        <p:nvSpPr>
          <p:cNvPr id="11" name="TextBox 10">
            <a:extLst>
              <a:ext uri="{FF2B5EF4-FFF2-40B4-BE49-F238E27FC236}">
                <a16:creationId xmlns:a16="http://schemas.microsoft.com/office/drawing/2014/main" id="{5B86F263-CCBD-8F74-7C4A-DA7AE3E35802}"/>
              </a:ext>
            </a:extLst>
          </p:cNvPr>
          <p:cNvSpPr txBox="1"/>
          <p:nvPr/>
        </p:nvSpPr>
        <p:spPr>
          <a:xfrm>
            <a:off x="223625" y="23040358"/>
            <a:ext cx="21260005" cy="584775"/>
          </a:xfrm>
          <a:prstGeom prst="rect">
            <a:avLst/>
          </a:prstGeom>
          <a:noFill/>
        </p:spPr>
        <p:txBody>
          <a:bodyPr wrap="square">
            <a:spAutoFit/>
          </a:bodyPr>
          <a:lstStyle/>
          <a:p>
            <a:r>
              <a:rPr lang="en-US" sz="3200" i="1" dirty="0"/>
              <a:t>Note. </a:t>
            </a:r>
            <a:r>
              <a:rPr lang="en-US" sz="3200" dirty="0"/>
              <a:t>Positive coefficients indicate higher mortality values; planned TEFCA participation was the reference category.</a:t>
            </a:r>
          </a:p>
        </p:txBody>
      </p:sp>
      <p:sp>
        <p:nvSpPr>
          <p:cNvPr id="16" name="TextBox 15">
            <a:extLst>
              <a:ext uri="{FF2B5EF4-FFF2-40B4-BE49-F238E27FC236}">
                <a16:creationId xmlns:a16="http://schemas.microsoft.com/office/drawing/2014/main" id="{74FE048F-31DE-1509-501D-9CA3376B31BF}"/>
              </a:ext>
            </a:extLst>
          </p:cNvPr>
          <p:cNvSpPr txBox="1"/>
          <p:nvPr/>
        </p:nvSpPr>
        <p:spPr>
          <a:xfrm>
            <a:off x="1895441" y="13179034"/>
            <a:ext cx="10226702" cy="553998"/>
          </a:xfrm>
          <a:prstGeom prst="rect">
            <a:avLst/>
          </a:prstGeom>
          <a:solidFill>
            <a:srgbClr val="E7F4F5"/>
          </a:solidFill>
          <a:ln>
            <a:solidFill>
              <a:schemeClr val="bg2">
                <a:lumMod val="40000"/>
                <a:lumOff val="60000"/>
              </a:schemeClr>
            </a:solidFill>
          </a:ln>
        </p:spPr>
        <p:txBody>
          <a:bodyPr wrap="square">
            <a:spAutoFit/>
          </a:bodyPr>
          <a:lstStyle/>
          <a:p>
            <a:r>
              <a:rPr lang="en-US" sz="3000" b="1" dirty="0"/>
              <a:t>TEFCA: Common Framework for Nationwide Exchange</a:t>
            </a:r>
          </a:p>
        </p:txBody>
      </p:sp>
      <p:sp>
        <p:nvSpPr>
          <p:cNvPr id="18" name="TextBox 17">
            <a:extLst>
              <a:ext uri="{FF2B5EF4-FFF2-40B4-BE49-F238E27FC236}">
                <a16:creationId xmlns:a16="http://schemas.microsoft.com/office/drawing/2014/main" id="{4D8920F3-11E9-EDDF-8C4B-DD0C8E7CB750}"/>
              </a:ext>
            </a:extLst>
          </p:cNvPr>
          <p:cNvSpPr txBox="1"/>
          <p:nvPr/>
        </p:nvSpPr>
        <p:spPr>
          <a:xfrm>
            <a:off x="2286000" y="23493923"/>
            <a:ext cx="13716000" cy="646331"/>
          </a:xfrm>
          <a:prstGeom prst="rect">
            <a:avLst/>
          </a:prstGeom>
          <a:noFill/>
        </p:spPr>
        <p:txBody>
          <a:bodyPr wrap="square">
            <a:spAutoFit/>
          </a:bodyPr>
          <a:lstStyle/>
          <a:p>
            <a:r>
              <a:rPr lang="en-US" sz="3600" b="1" dirty="0"/>
              <a:t>Figure 2. Adjusted associations with Hybrid HWM</a:t>
            </a:r>
          </a:p>
        </p:txBody>
      </p:sp>
      <p:sp>
        <p:nvSpPr>
          <p:cNvPr id="41" name="Rectangle 40">
            <a:extLst>
              <a:ext uri="{FF2B5EF4-FFF2-40B4-BE49-F238E27FC236}">
                <a16:creationId xmlns:a16="http://schemas.microsoft.com/office/drawing/2014/main" id="{AA430F72-F0A3-C4C6-3143-C7E47E5CC028}"/>
              </a:ext>
            </a:extLst>
          </p:cNvPr>
          <p:cNvSpPr/>
          <p:nvPr/>
        </p:nvSpPr>
        <p:spPr bwMode="auto">
          <a:xfrm>
            <a:off x="4003680" y="13763853"/>
            <a:ext cx="1396864" cy="447102"/>
          </a:xfrm>
          <a:prstGeom prst="rect">
            <a:avLst/>
          </a:prstGeom>
          <a:solidFill>
            <a:srgbClr val="FFE79B"/>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3135313" rtl="0" eaLnBrk="1" fontAlgn="base" latinLnBrk="0" hangingPunct="1">
              <a:lnSpc>
                <a:spcPct val="100000"/>
              </a:lnSpc>
              <a:spcBef>
                <a:spcPct val="0"/>
              </a:spcBef>
              <a:spcAft>
                <a:spcPct val="0"/>
              </a:spcAft>
              <a:buClrTx/>
              <a:buSzTx/>
              <a:buFontTx/>
              <a:buNone/>
              <a:tabLst/>
            </a:pPr>
            <a:r>
              <a:rPr kumimoji="0" lang="en-US" sz="2800" b="0" i="0" u="none" strike="noStrike" cap="none" normalizeH="0" baseline="0" dirty="0">
                <a:ln>
                  <a:noFill/>
                </a:ln>
                <a:solidFill>
                  <a:schemeClr val="tx1"/>
                </a:solidFill>
                <a:effectLst/>
                <a:latin typeface="Arial" charset="0"/>
              </a:rPr>
              <a:t>QHIN 1</a:t>
            </a:r>
          </a:p>
        </p:txBody>
      </p:sp>
      <p:cxnSp>
        <p:nvCxnSpPr>
          <p:cNvPr id="43" name="Straight Arrow Connector 42">
            <a:extLst>
              <a:ext uri="{FF2B5EF4-FFF2-40B4-BE49-F238E27FC236}">
                <a16:creationId xmlns:a16="http://schemas.microsoft.com/office/drawing/2014/main" id="{05BDB7AD-1FB8-6389-E3C0-6AE43F16E298}"/>
              </a:ext>
            </a:extLst>
          </p:cNvPr>
          <p:cNvCxnSpPr>
            <a:cxnSpLocks/>
          </p:cNvCxnSpPr>
          <p:nvPr/>
        </p:nvCxnSpPr>
        <p:spPr bwMode="auto">
          <a:xfrm>
            <a:off x="5486400" y="13979763"/>
            <a:ext cx="685800" cy="0"/>
          </a:xfrm>
          <a:prstGeom prst="straightConnector1">
            <a:avLst/>
          </a:prstGeom>
          <a:ln>
            <a:headEnd type="arrow" w="med" len="med"/>
            <a:tailEnd type="arrow" w="med" len="med"/>
          </a:ln>
        </p:spPr>
        <p:style>
          <a:lnRef idx="3">
            <a:schemeClr val="accent3"/>
          </a:lnRef>
          <a:fillRef idx="0">
            <a:schemeClr val="accent3"/>
          </a:fillRef>
          <a:effectRef idx="2">
            <a:schemeClr val="accent3"/>
          </a:effectRef>
          <a:fontRef idx="minor">
            <a:schemeClr val="tx1"/>
          </a:fontRef>
        </p:style>
      </p:cxnSp>
      <p:sp>
        <p:nvSpPr>
          <p:cNvPr id="49" name="Rectangle 48">
            <a:extLst>
              <a:ext uri="{FF2B5EF4-FFF2-40B4-BE49-F238E27FC236}">
                <a16:creationId xmlns:a16="http://schemas.microsoft.com/office/drawing/2014/main" id="{92DA4AB8-32F5-8A8D-59CF-B9D79A7BC59B}"/>
              </a:ext>
            </a:extLst>
          </p:cNvPr>
          <p:cNvSpPr/>
          <p:nvPr/>
        </p:nvSpPr>
        <p:spPr bwMode="auto">
          <a:xfrm>
            <a:off x="6367546" y="13774392"/>
            <a:ext cx="1396864" cy="436563"/>
          </a:xfrm>
          <a:prstGeom prst="rect">
            <a:avLst/>
          </a:prstGeom>
          <a:solidFill>
            <a:schemeClr val="accent6">
              <a:lumMod val="20000"/>
              <a:lumOff val="80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3135313" rtl="0" eaLnBrk="1" fontAlgn="base" latinLnBrk="0" hangingPunct="1">
              <a:lnSpc>
                <a:spcPct val="100000"/>
              </a:lnSpc>
              <a:spcBef>
                <a:spcPct val="0"/>
              </a:spcBef>
              <a:spcAft>
                <a:spcPct val="0"/>
              </a:spcAft>
              <a:buClrTx/>
              <a:buSzTx/>
              <a:buFontTx/>
              <a:buNone/>
              <a:tabLst/>
            </a:pPr>
            <a:r>
              <a:rPr kumimoji="0" lang="en-US" sz="2800" b="0" i="0" u="none" strike="noStrike" cap="none" normalizeH="0" baseline="0" dirty="0">
                <a:ln>
                  <a:noFill/>
                </a:ln>
                <a:solidFill>
                  <a:schemeClr val="tx1"/>
                </a:solidFill>
                <a:effectLst/>
                <a:latin typeface="Arial" charset="0"/>
              </a:rPr>
              <a:t>QHIN 2</a:t>
            </a:r>
          </a:p>
        </p:txBody>
      </p:sp>
      <p:sp>
        <p:nvSpPr>
          <p:cNvPr id="50" name="Rectangle 49">
            <a:extLst>
              <a:ext uri="{FF2B5EF4-FFF2-40B4-BE49-F238E27FC236}">
                <a16:creationId xmlns:a16="http://schemas.microsoft.com/office/drawing/2014/main" id="{1D544CF1-B90D-8C60-D389-B72F777172D5}"/>
              </a:ext>
            </a:extLst>
          </p:cNvPr>
          <p:cNvSpPr/>
          <p:nvPr/>
        </p:nvSpPr>
        <p:spPr bwMode="auto">
          <a:xfrm>
            <a:off x="8794628" y="13774392"/>
            <a:ext cx="1413452" cy="436563"/>
          </a:xfrm>
          <a:prstGeom prst="rect">
            <a:avLst/>
          </a:prstGeom>
          <a:solidFill>
            <a:srgbClr val="CAE8AA"/>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3135313" rtl="0" eaLnBrk="1" fontAlgn="base" latinLnBrk="0" hangingPunct="1">
              <a:lnSpc>
                <a:spcPct val="100000"/>
              </a:lnSpc>
              <a:spcBef>
                <a:spcPct val="0"/>
              </a:spcBef>
              <a:spcAft>
                <a:spcPct val="0"/>
              </a:spcAft>
              <a:buClrTx/>
              <a:buSzTx/>
              <a:buFontTx/>
              <a:buNone/>
              <a:tabLst/>
            </a:pPr>
            <a:r>
              <a:rPr kumimoji="0" lang="en-US" sz="2800" b="0" i="0" u="none" strike="noStrike" cap="none" normalizeH="0" baseline="0" dirty="0">
                <a:ln>
                  <a:noFill/>
                </a:ln>
                <a:solidFill>
                  <a:schemeClr val="tx1"/>
                </a:solidFill>
                <a:effectLst/>
                <a:latin typeface="Arial" charset="0"/>
              </a:rPr>
              <a:t>QHIN 3</a:t>
            </a:r>
          </a:p>
        </p:txBody>
      </p:sp>
      <p:cxnSp>
        <p:nvCxnSpPr>
          <p:cNvPr id="51" name="Straight Arrow Connector 50">
            <a:extLst>
              <a:ext uri="{FF2B5EF4-FFF2-40B4-BE49-F238E27FC236}">
                <a16:creationId xmlns:a16="http://schemas.microsoft.com/office/drawing/2014/main" id="{B9FF13B0-C6A4-C88B-D80E-C659E1674CD3}"/>
              </a:ext>
            </a:extLst>
          </p:cNvPr>
          <p:cNvCxnSpPr>
            <a:cxnSpLocks/>
          </p:cNvCxnSpPr>
          <p:nvPr/>
        </p:nvCxnSpPr>
        <p:spPr bwMode="auto">
          <a:xfrm>
            <a:off x="8014931" y="13979763"/>
            <a:ext cx="667299" cy="20107"/>
          </a:xfrm>
          <a:prstGeom prst="straightConnector1">
            <a:avLst/>
          </a:prstGeom>
          <a:ln>
            <a:headEnd type="arrow" w="med" len="med"/>
            <a:tailEnd type="arrow" w="med" len="med"/>
          </a:ln>
        </p:spPr>
        <p:style>
          <a:lnRef idx="3">
            <a:schemeClr val="accent3"/>
          </a:lnRef>
          <a:fillRef idx="0">
            <a:schemeClr val="accent3"/>
          </a:fillRef>
          <a:effectRef idx="2">
            <a:schemeClr val="accent3"/>
          </a:effectRef>
          <a:fontRef idx="minor">
            <a:schemeClr val="tx1"/>
          </a:fontRef>
        </p:style>
      </p:cxnSp>
      <p:sp>
        <p:nvSpPr>
          <p:cNvPr id="53" name="TextBox 52">
            <a:extLst>
              <a:ext uri="{FF2B5EF4-FFF2-40B4-BE49-F238E27FC236}">
                <a16:creationId xmlns:a16="http://schemas.microsoft.com/office/drawing/2014/main" id="{52E971C5-2597-B2AA-3A23-EAE3947F795E}"/>
              </a:ext>
            </a:extLst>
          </p:cNvPr>
          <p:cNvSpPr txBox="1"/>
          <p:nvPr/>
        </p:nvSpPr>
        <p:spPr>
          <a:xfrm>
            <a:off x="834712" y="14262225"/>
            <a:ext cx="12503775" cy="553998"/>
          </a:xfrm>
          <a:prstGeom prst="rect">
            <a:avLst/>
          </a:prstGeom>
          <a:solidFill>
            <a:srgbClr val="FFFFCC"/>
          </a:solidFill>
        </p:spPr>
        <p:txBody>
          <a:bodyPr wrap="square">
            <a:spAutoFit/>
          </a:bodyPr>
          <a:lstStyle/>
          <a:p>
            <a:r>
              <a:rPr lang="en-US" sz="3000" b="1" dirty="0"/>
              <a:t>Hospitals, HIOs, and EHR vendor networks connect through QHINs</a:t>
            </a:r>
          </a:p>
        </p:txBody>
      </p:sp>
      <p:sp>
        <p:nvSpPr>
          <p:cNvPr id="61" name="TextBox 60">
            <a:extLst>
              <a:ext uri="{FF2B5EF4-FFF2-40B4-BE49-F238E27FC236}">
                <a16:creationId xmlns:a16="http://schemas.microsoft.com/office/drawing/2014/main" id="{2EDA1001-BDAB-96D5-C6E6-759B2635D8C1}"/>
              </a:ext>
            </a:extLst>
          </p:cNvPr>
          <p:cNvSpPr txBox="1"/>
          <p:nvPr/>
        </p:nvSpPr>
        <p:spPr>
          <a:xfrm>
            <a:off x="1895441" y="15727758"/>
            <a:ext cx="19290018" cy="646331"/>
          </a:xfrm>
          <a:prstGeom prst="rect">
            <a:avLst/>
          </a:prstGeom>
          <a:noFill/>
        </p:spPr>
        <p:txBody>
          <a:bodyPr wrap="square">
            <a:spAutoFit/>
          </a:bodyPr>
          <a:lstStyle/>
          <a:p>
            <a:r>
              <a:rPr lang="en-US" sz="3600" b="1" dirty="0"/>
              <a:t>Table 1. TEFCA Participation Estimates Across Mortality Analyses</a:t>
            </a:r>
          </a:p>
        </p:txBody>
      </p:sp>
      <p:sp>
        <p:nvSpPr>
          <p:cNvPr id="1025" name="TextBox 1024">
            <a:extLst>
              <a:ext uri="{FF2B5EF4-FFF2-40B4-BE49-F238E27FC236}">
                <a16:creationId xmlns:a16="http://schemas.microsoft.com/office/drawing/2014/main" id="{1A4C4739-BF4A-89E8-7CF5-5DB5D1B45FAE}"/>
              </a:ext>
            </a:extLst>
          </p:cNvPr>
          <p:cNvSpPr txBox="1"/>
          <p:nvPr/>
        </p:nvSpPr>
        <p:spPr>
          <a:xfrm>
            <a:off x="36804600" y="5970427"/>
            <a:ext cx="6355080" cy="7417415"/>
          </a:xfrm>
          <a:prstGeom prst="rect">
            <a:avLst/>
          </a:prstGeom>
          <a:noFill/>
        </p:spPr>
        <p:txBody>
          <a:bodyPr wrap="square">
            <a:spAutoFit/>
          </a:bodyPr>
          <a:lstStyle/>
          <a:p>
            <a:r>
              <a:rPr lang="en-US" sz="3400" b="1" dirty="0"/>
              <a:t>Robustness and secondary outcomes</a:t>
            </a:r>
            <a:r>
              <a:rPr lang="en-US" sz="3400" dirty="0"/>
              <a:t>. With HC3 robust standard errors, the 95% confidence interval included zero (-0.010 to 0.227; </a:t>
            </a:r>
            <a:r>
              <a:rPr lang="en-US" sz="3400" i="1" dirty="0"/>
              <a:t>p</a:t>
            </a:r>
            <a:r>
              <a:rPr lang="en-US" sz="3400" dirty="0"/>
              <a:t> = .072). Current-versus-planned estimates also not significant for heart failure (</a:t>
            </a:r>
            <a:r>
              <a:rPr lang="el-GR" sz="3400" dirty="0"/>
              <a:t>β = −0.024; </a:t>
            </a:r>
            <a:r>
              <a:rPr lang="en-US" sz="3400" i="1" dirty="0"/>
              <a:t>p</a:t>
            </a:r>
            <a:r>
              <a:rPr lang="en-US" sz="3400" dirty="0"/>
              <a:t> = .927) or pneumonia mortality (</a:t>
            </a:r>
            <a:r>
              <a:rPr lang="el-GR" sz="3400" dirty="0"/>
              <a:t>β = 0.479; </a:t>
            </a:r>
            <a:r>
              <a:rPr lang="en-US" sz="3400" i="1" dirty="0"/>
              <a:t>p</a:t>
            </a:r>
            <a:r>
              <a:rPr lang="en-US" sz="3400" dirty="0"/>
              <a:t> = .114). Participation in EHR vendor networks and larger CMS denominators was associated with lower Hybrid HWM scores.</a:t>
            </a:r>
          </a:p>
        </p:txBody>
      </p:sp>
      <p:sp>
        <p:nvSpPr>
          <p:cNvPr id="1033" name="TextBox 1032">
            <a:extLst>
              <a:ext uri="{FF2B5EF4-FFF2-40B4-BE49-F238E27FC236}">
                <a16:creationId xmlns:a16="http://schemas.microsoft.com/office/drawing/2014/main" id="{FDB23A6E-5FE5-7133-FBB7-85483EC23619}"/>
              </a:ext>
            </a:extLst>
          </p:cNvPr>
          <p:cNvSpPr txBox="1"/>
          <p:nvPr/>
        </p:nvSpPr>
        <p:spPr>
          <a:xfrm>
            <a:off x="29643612" y="13290632"/>
            <a:ext cx="13455615" cy="1477328"/>
          </a:xfrm>
          <a:prstGeom prst="rect">
            <a:avLst/>
          </a:prstGeom>
          <a:solidFill>
            <a:srgbClr val="79DCFF"/>
          </a:solidFill>
        </p:spPr>
        <p:txBody>
          <a:bodyPr wrap="square">
            <a:spAutoFit/>
          </a:bodyPr>
          <a:lstStyle/>
          <a:p>
            <a:r>
              <a:rPr lang="en-US" sz="3000" b="1" dirty="0"/>
              <a:t>Key finding: </a:t>
            </a:r>
            <a:r>
              <a:rPr lang="en-US" sz="3000" dirty="0"/>
              <a:t>The analyses did not provide robust evidence that early current TEFCA participation was associated with lower hospital mortality than planned participation.</a:t>
            </a:r>
          </a:p>
        </p:txBody>
      </p:sp>
      <p:sp>
        <p:nvSpPr>
          <p:cNvPr id="1039" name="TextBox 1038">
            <a:extLst>
              <a:ext uri="{FF2B5EF4-FFF2-40B4-BE49-F238E27FC236}">
                <a16:creationId xmlns:a16="http://schemas.microsoft.com/office/drawing/2014/main" id="{E0E0A4BE-228B-5BEB-54BA-52C613362C28}"/>
              </a:ext>
            </a:extLst>
          </p:cNvPr>
          <p:cNvSpPr txBox="1"/>
          <p:nvPr/>
        </p:nvSpPr>
        <p:spPr>
          <a:xfrm>
            <a:off x="263988" y="31752547"/>
            <a:ext cx="20711159" cy="1077218"/>
          </a:xfrm>
          <a:prstGeom prst="rect">
            <a:avLst/>
          </a:prstGeom>
          <a:noFill/>
        </p:spPr>
        <p:txBody>
          <a:bodyPr wrap="square">
            <a:spAutoFit/>
          </a:bodyPr>
          <a:lstStyle/>
          <a:p>
            <a:r>
              <a:rPr lang="en-US" sz="3200" i="1" dirty="0"/>
              <a:t>Note. </a:t>
            </a:r>
            <a:r>
              <a:rPr lang="en-US" sz="3200" dirty="0"/>
              <a:t>Points represent adjusted OLS coefficients; error bars represent 95% confidence intervals. Planned TEFCA participation was the reference category.</a:t>
            </a:r>
          </a:p>
        </p:txBody>
      </p:sp>
      <p:pic>
        <p:nvPicPr>
          <p:cNvPr id="1047" name="Picture 1046" descr="A diagram of a graph">
            <a:extLst>
              <a:ext uri="{FF2B5EF4-FFF2-40B4-BE49-F238E27FC236}">
                <a16:creationId xmlns:a16="http://schemas.microsoft.com/office/drawing/2014/main" id="{6FBF83FE-A523-C94A-B37B-73F96AF7A59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895441" y="24262248"/>
            <a:ext cx="17807246" cy="7631676"/>
          </a:xfrm>
          <a:prstGeom prst="rect">
            <a:avLst/>
          </a:prstGeom>
        </p:spPr>
      </p:pic>
      <p:pic>
        <p:nvPicPr>
          <p:cNvPr id="1054" name="Graphic 1053">
            <a:extLst>
              <a:ext uri="{FF2B5EF4-FFF2-40B4-BE49-F238E27FC236}">
                <a16:creationId xmlns:a16="http://schemas.microsoft.com/office/drawing/2014/main" id="{758EA137-C048-0225-7DCD-24A1F8C2EFE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7189762" y="2605166"/>
            <a:ext cx="1927156" cy="1927156"/>
          </a:xfrm>
          <a:prstGeom prst="rect">
            <a:avLst/>
          </a:prstGeom>
        </p:spPr>
      </p:pic>
      <p:sp>
        <p:nvSpPr>
          <p:cNvPr id="1056" name="TextBox 1055">
            <a:extLst>
              <a:ext uri="{FF2B5EF4-FFF2-40B4-BE49-F238E27FC236}">
                <a16:creationId xmlns:a16="http://schemas.microsoft.com/office/drawing/2014/main" id="{F140CDA7-5B52-B7EA-8E16-C3C4D6246264}"/>
              </a:ext>
            </a:extLst>
          </p:cNvPr>
          <p:cNvSpPr txBox="1"/>
          <p:nvPr/>
        </p:nvSpPr>
        <p:spPr>
          <a:xfrm>
            <a:off x="34518601" y="4499800"/>
            <a:ext cx="4800600" cy="507831"/>
          </a:xfrm>
          <a:prstGeom prst="rect">
            <a:avLst/>
          </a:prstGeom>
          <a:noFill/>
        </p:spPr>
        <p:txBody>
          <a:bodyPr wrap="square">
            <a:spAutoFit/>
          </a:bodyPr>
          <a:lstStyle/>
          <a:p>
            <a:r>
              <a:rPr lang="en-US" sz="2700" dirty="0">
                <a:solidFill>
                  <a:schemeClr val="bg1"/>
                </a:solidFill>
              </a:rPr>
              <a:t>Code, methods, and materials</a:t>
            </a:r>
          </a:p>
        </p:txBody>
      </p:sp>
      <p:pic>
        <p:nvPicPr>
          <p:cNvPr id="1064" name="Picture 1063" descr="A diagram of a medical procedure">
            <a:extLst>
              <a:ext uri="{FF2B5EF4-FFF2-40B4-BE49-F238E27FC236}">
                <a16:creationId xmlns:a16="http://schemas.microsoft.com/office/drawing/2014/main" id="{5D15A370-C4E4-A783-B6E2-F2E3FA2DD4C1}"/>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5446851" y="5904719"/>
            <a:ext cx="11810558" cy="4785021"/>
          </a:xfrm>
          <a:prstGeom prst="rect">
            <a:avLst/>
          </a:prstGeom>
        </p:spPr>
      </p:pic>
      <p:sp>
        <p:nvSpPr>
          <p:cNvPr id="1067" name="Text Box 45">
            <a:extLst>
              <a:ext uri="{FF2B5EF4-FFF2-40B4-BE49-F238E27FC236}">
                <a16:creationId xmlns:a16="http://schemas.microsoft.com/office/drawing/2014/main" id="{90FF7E03-AF81-5A22-01FA-EF6B8005E07B}"/>
              </a:ext>
            </a:extLst>
          </p:cNvPr>
          <p:cNvSpPr txBox="1">
            <a:spLocks noChangeArrowheads="1"/>
          </p:cNvSpPr>
          <p:nvPr/>
        </p:nvSpPr>
        <p:spPr bwMode="auto">
          <a:xfrm>
            <a:off x="33167213" y="22767459"/>
            <a:ext cx="9939528" cy="808277"/>
          </a:xfrm>
          <a:prstGeom prst="rect">
            <a:avLst/>
          </a:prstGeom>
          <a:solidFill>
            <a:srgbClr val="AE6042"/>
          </a:solidFill>
          <a:ln w="12700">
            <a:noFill/>
            <a:miter lim="800000"/>
            <a:headEnd/>
            <a:tailEnd/>
          </a:ln>
        </p:spPr>
        <p:txBody>
          <a:bodyPr wrap="square" lIns="100875" tIns="50438" rIns="100875" bIns="50438" anchor="ctr">
            <a:spAutoFit/>
          </a:bodyPr>
          <a:lstStyle>
            <a:defPPr>
              <a:defRPr lang="en-US"/>
            </a:defPPr>
            <a:lvl1pPr algn="ctr" defTabSz="5016500">
              <a:spcBef>
                <a:spcPct val="50000"/>
              </a:spcBef>
              <a:defRPr sz="3600">
                <a:solidFill>
                  <a:schemeClr val="bg1"/>
                </a:solidFill>
                <a:latin typeface="Calibri" pitchFamily="34" charset="0"/>
                <a:cs typeface="Calibri" pitchFamily="34" charset="0"/>
              </a:defRPr>
            </a:lvl1pPr>
          </a:lstStyle>
          <a:p>
            <a:r>
              <a:rPr lang="en-US" sz="4500" dirty="0">
                <a:latin typeface="Arial" pitchFamily="34" charset="0"/>
                <a:cs typeface="Arial" pitchFamily="34" charset="0"/>
              </a:rPr>
              <a:t>SELECTED REFERENCES</a:t>
            </a:r>
          </a:p>
        </p:txBody>
      </p:sp>
      <p:sp>
        <p:nvSpPr>
          <p:cNvPr id="1069" name="Rectangle 11">
            <a:extLst>
              <a:ext uri="{FF2B5EF4-FFF2-40B4-BE49-F238E27FC236}">
                <a16:creationId xmlns:a16="http://schemas.microsoft.com/office/drawing/2014/main" id="{1119BEB3-184E-0733-EF53-DC6A69720D61}"/>
              </a:ext>
            </a:extLst>
          </p:cNvPr>
          <p:cNvSpPr>
            <a:spLocks noChangeArrowheads="1"/>
          </p:cNvSpPr>
          <p:nvPr/>
        </p:nvSpPr>
        <p:spPr bwMode="auto">
          <a:xfrm>
            <a:off x="33189333" y="23351862"/>
            <a:ext cx="9908119" cy="3970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endParaRPr kumimoji="0" lang="en-US" altLang="en-US" sz="1800" b="1" i="0" u="none" strike="noStrike" cap="none" normalizeH="0" baseline="0" dirty="0">
              <a:ln>
                <a:noFill/>
              </a:ln>
              <a:solidFill>
                <a:schemeClr val="tx1"/>
              </a:solidFill>
              <a:effectLst/>
              <a:latin typeface="Arial" panose="020B0604020202020204" pitchFamily="34" charset="0"/>
            </a:endParaRP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Office of the National Coordinator for Health IT. </a:t>
            </a:r>
            <a:r>
              <a:rPr kumimoji="0" lang="en-US" altLang="en-US" sz="1800" b="1" i="1" u="none" strike="noStrike" cap="none" normalizeH="0" baseline="0" dirty="0">
                <a:ln>
                  <a:noFill/>
                </a:ln>
                <a:solidFill>
                  <a:schemeClr val="tx1"/>
                </a:solidFill>
                <a:effectLst/>
                <a:latin typeface="Arial" panose="020B0604020202020204" pitchFamily="34" charset="0"/>
              </a:rPr>
              <a:t>TEFCA</a:t>
            </a:r>
            <a:r>
              <a:rPr kumimoji="0" lang="en-US" altLang="en-US" sz="1800" b="1" i="0" u="none" strike="noStrike" cap="none" normalizeH="0" baseline="0" dirty="0">
                <a:ln>
                  <a:noFill/>
                </a:ln>
                <a:solidFill>
                  <a:schemeClr val="tx1"/>
                </a:solidFill>
                <a:effectLst/>
                <a:latin typeface="Arial" panose="020B0604020202020204" pitchFamily="34" charset="0"/>
              </a:rPr>
              <a:t>. 2026.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Dupont S, et al. </a:t>
            </a:r>
            <a:r>
              <a:rPr kumimoji="0" lang="en-US" altLang="en-US" sz="1800" b="1" i="1" u="none" strike="noStrike" cap="none" normalizeH="0" baseline="0" dirty="0">
                <a:ln>
                  <a:noFill/>
                </a:ln>
                <a:solidFill>
                  <a:schemeClr val="tx1"/>
                </a:solidFill>
                <a:effectLst/>
                <a:latin typeface="Arial" panose="020B0604020202020204" pitchFamily="34" charset="0"/>
              </a:rPr>
              <a:t>J Gen Intern Med.</a:t>
            </a:r>
            <a:r>
              <a:rPr kumimoji="0" lang="en-US" altLang="en-US" sz="1800" b="1" i="0" u="none" strike="noStrike" cap="none" normalizeH="0" baseline="0" dirty="0">
                <a:ln>
                  <a:noFill/>
                </a:ln>
                <a:solidFill>
                  <a:schemeClr val="tx1"/>
                </a:solidFill>
                <a:effectLst/>
                <a:latin typeface="Arial" panose="020B0604020202020204" pitchFamily="34" charset="0"/>
              </a:rPr>
              <a:t> 2022;38:1046–1053.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Everson J, et al. </a:t>
            </a:r>
            <a:r>
              <a:rPr kumimoji="0" lang="en-US" altLang="en-US" sz="1800" b="1" i="1" u="none" strike="noStrike" cap="none" normalizeH="0" baseline="0" dirty="0">
                <a:ln>
                  <a:noFill/>
                </a:ln>
                <a:solidFill>
                  <a:schemeClr val="tx1"/>
                </a:solidFill>
                <a:effectLst/>
                <a:latin typeface="Arial" panose="020B0604020202020204" pitchFamily="34" charset="0"/>
              </a:rPr>
              <a:t>Health Aff Sch.</a:t>
            </a:r>
            <a:r>
              <a:rPr kumimoji="0" lang="en-US" altLang="en-US" sz="1800" b="1" i="0" u="none" strike="noStrike" cap="none" normalizeH="0" baseline="0" dirty="0">
                <a:ln>
                  <a:noFill/>
                </a:ln>
                <a:solidFill>
                  <a:schemeClr val="tx1"/>
                </a:solidFill>
                <a:effectLst/>
                <a:latin typeface="Arial" panose="020B0604020202020204" pitchFamily="34" charset="0"/>
              </a:rPr>
              <a:t> 2024;2:qxae098.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Frisse ME, et al. </a:t>
            </a:r>
            <a:r>
              <a:rPr kumimoji="0" lang="en-US" altLang="en-US" sz="1800" b="1" i="1" u="none" strike="noStrike" cap="none" normalizeH="0" baseline="0" dirty="0">
                <a:ln>
                  <a:noFill/>
                </a:ln>
                <a:solidFill>
                  <a:schemeClr val="tx1"/>
                </a:solidFill>
                <a:effectLst/>
                <a:latin typeface="Arial" panose="020B0604020202020204" pitchFamily="34" charset="0"/>
              </a:rPr>
              <a:t>J Am Med Inform Assoc.</a:t>
            </a:r>
            <a:r>
              <a:rPr kumimoji="0" lang="en-US" altLang="en-US" sz="1800" b="1" i="0" u="none" strike="noStrike" cap="none" normalizeH="0" baseline="0" dirty="0">
                <a:ln>
                  <a:noFill/>
                </a:ln>
                <a:solidFill>
                  <a:schemeClr val="tx1"/>
                </a:solidFill>
                <a:effectLst/>
                <a:latin typeface="Arial" panose="020B0604020202020204" pitchFamily="34" charset="0"/>
              </a:rPr>
              <a:t> 2012;19:328–333.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Hersh WR, et al. </a:t>
            </a:r>
            <a:r>
              <a:rPr kumimoji="0" lang="en-US" altLang="en-US" sz="1800" b="1" i="1" u="none" strike="noStrike" cap="none" normalizeH="0" baseline="0" dirty="0">
                <a:ln>
                  <a:noFill/>
                </a:ln>
                <a:solidFill>
                  <a:schemeClr val="tx1"/>
                </a:solidFill>
                <a:effectLst/>
                <a:latin typeface="Arial" panose="020B0604020202020204" pitchFamily="34" charset="0"/>
              </a:rPr>
              <a:t>JMIR Med Inform.</a:t>
            </a:r>
            <a:r>
              <a:rPr kumimoji="0" lang="en-US" altLang="en-US" sz="1800" b="1" i="0" u="none" strike="noStrike" cap="none" normalizeH="0" baseline="0" dirty="0">
                <a:ln>
                  <a:noFill/>
                </a:ln>
                <a:solidFill>
                  <a:schemeClr val="tx1"/>
                </a:solidFill>
                <a:effectLst/>
                <a:latin typeface="Arial" panose="020B0604020202020204" pitchFamily="34" charset="0"/>
              </a:rPr>
              <a:t> 2015;3:e39.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Hincapie A, Warholak T. </a:t>
            </a:r>
            <a:r>
              <a:rPr kumimoji="0" lang="en-US" altLang="en-US" sz="1800" b="1" i="1" u="none" strike="noStrike" cap="none" normalizeH="0" baseline="0" dirty="0">
                <a:ln>
                  <a:noFill/>
                </a:ln>
                <a:solidFill>
                  <a:schemeClr val="tx1"/>
                </a:solidFill>
                <a:effectLst/>
                <a:latin typeface="Arial" panose="020B0604020202020204" pitchFamily="34" charset="0"/>
              </a:rPr>
              <a:t>Appl Clin Inform.</a:t>
            </a:r>
            <a:r>
              <a:rPr kumimoji="0" lang="en-US" altLang="en-US" sz="1800" b="1" i="0" u="none" strike="noStrike" cap="none" normalizeH="0" baseline="0" dirty="0">
                <a:ln>
                  <a:noFill/>
                </a:ln>
                <a:solidFill>
                  <a:schemeClr val="tx1"/>
                </a:solidFill>
                <a:effectLst/>
                <a:latin typeface="Arial" panose="020B0604020202020204" pitchFamily="34" charset="0"/>
              </a:rPr>
              <a:t> 2011;2:499–507.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Janakiraman R, et al. </a:t>
            </a:r>
            <a:r>
              <a:rPr kumimoji="0" lang="en-US" altLang="en-US" sz="1800" b="1" i="1" u="none" strike="noStrike" cap="none" normalizeH="0" baseline="0" dirty="0">
                <a:ln>
                  <a:noFill/>
                </a:ln>
                <a:solidFill>
                  <a:schemeClr val="tx1"/>
                </a:solidFill>
                <a:effectLst/>
                <a:latin typeface="Arial" panose="020B0604020202020204" pitchFamily="34" charset="0"/>
              </a:rPr>
              <a:t>Manage Sci.</a:t>
            </a:r>
            <a:r>
              <a:rPr kumimoji="0" lang="en-US" altLang="en-US" sz="1800" b="1" i="0" u="none" strike="noStrike" cap="none" normalizeH="0" baseline="0" dirty="0">
                <a:ln>
                  <a:noFill/>
                </a:ln>
                <a:solidFill>
                  <a:schemeClr val="tx1"/>
                </a:solidFill>
                <a:effectLst/>
                <a:latin typeface="Arial" panose="020B0604020202020204" pitchFamily="34" charset="0"/>
              </a:rPr>
              <a:t> 2022;69:791–811.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Kim HJ, Choi S. </a:t>
            </a:r>
            <a:r>
              <a:rPr kumimoji="0" lang="en-US" altLang="en-US" sz="1800" b="1" i="1" u="none" strike="noStrike" cap="none" normalizeH="0" baseline="0" dirty="0">
                <a:ln>
                  <a:noFill/>
                </a:ln>
                <a:solidFill>
                  <a:schemeClr val="tx1"/>
                </a:solidFill>
                <a:effectLst/>
                <a:latin typeface="Arial" panose="020B0604020202020204" pitchFamily="34" charset="0"/>
              </a:rPr>
              <a:t>J Korean Acad Fundam Nurs.</a:t>
            </a:r>
            <a:r>
              <a:rPr kumimoji="0" lang="en-US" altLang="en-US" sz="1800" b="1" i="0" u="none" strike="noStrike" cap="none" normalizeH="0" baseline="0" dirty="0">
                <a:ln>
                  <a:noFill/>
                </a:ln>
                <a:solidFill>
                  <a:schemeClr val="tx1"/>
                </a:solidFill>
                <a:effectLst/>
                <a:latin typeface="Arial" panose="020B0604020202020204" pitchFamily="34" charset="0"/>
              </a:rPr>
              <a:t> 2025;32:243–252.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Menachemi N, et al. </a:t>
            </a:r>
            <a:r>
              <a:rPr kumimoji="0" lang="en-US" altLang="en-US" sz="1800" b="1" i="1" u="none" strike="noStrike" cap="none" normalizeH="0" baseline="0" dirty="0">
                <a:ln>
                  <a:noFill/>
                </a:ln>
                <a:solidFill>
                  <a:schemeClr val="tx1"/>
                </a:solidFill>
                <a:effectLst/>
                <a:latin typeface="Arial" panose="020B0604020202020204" pitchFamily="34" charset="0"/>
              </a:rPr>
              <a:t>J Am Med Inform Assoc.</a:t>
            </a:r>
            <a:r>
              <a:rPr kumimoji="0" lang="en-US" altLang="en-US" sz="1800" b="1" i="0" u="none" strike="noStrike" cap="none" normalizeH="0" baseline="0" dirty="0">
                <a:ln>
                  <a:noFill/>
                </a:ln>
                <a:solidFill>
                  <a:schemeClr val="tx1"/>
                </a:solidFill>
                <a:effectLst/>
                <a:latin typeface="Arial" panose="020B0604020202020204" pitchFamily="34" charset="0"/>
              </a:rPr>
              <a:t> 2018;25:1259–1265.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Sadoughi F, et al. </a:t>
            </a:r>
            <a:r>
              <a:rPr kumimoji="0" lang="en-US" altLang="en-US" sz="1800" b="1" i="1" u="none" strike="noStrike" cap="none" normalizeH="0" baseline="0" dirty="0">
                <a:ln>
                  <a:noFill/>
                </a:ln>
                <a:solidFill>
                  <a:schemeClr val="tx1"/>
                </a:solidFill>
                <a:effectLst/>
                <a:latin typeface="Arial" panose="020B0604020202020204" pitchFamily="34" charset="0"/>
              </a:rPr>
              <a:t>Comput Methods Programs Biomed.</a:t>
            </a:r>
            <a:r>
              <a:rPr kumimoji="0" lang="en-US" altLang="en-US" sz="1800" b="1" i="0" u="none" strike="noStrike" cap="none" normalizeH="0" baseline="0" dirty="0">
                <a:ln>
                  <a:noFill/>
                </a:ln>
                <a:solidFill>
                  <a:schemeClr val="tx1"/>
                </a:solidFill>
                <a:effectLst/>
                <a:latin typeface="Arial" panose="020B0604020202020204" pitchFamily="34" charset="0"/>
              </a:rPr>
              <a:t> 2018;161:209–232.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Turbow S, et al. </a:t>
            </a:r>
            <a:r>
              <a:rPr kumimoji="0" lang="en-US" altLang="en-US" sz="1800" b="1" i="1" u="none" strike="noStrike" cap="none" normalizeH="0" baseline="0" dirty="0">
                <a:ln>
                  <a:noFill/>
                </a:ln>
                <a:solidFill>
                  <a:schemeClr val="tx1"/>
                </a:solidFill>
                <a:effectLst/>
                <a:latin typeface="Arial" panose="020B0604020202020204" pitchFamily="34" charset="0"/>
              </a:rPr>
              <a:t>JMIR Aging.</a:t>
            </a:r>
            <a:r>
              <a:rPr kumimoji="0" lang="en-US" altLang="en-US" sz="1800" b="1" i="0" u="none" strike="noStrike" cap="none" normalizeH="0" baseline="0" dirty="0">
                <a:ln>
                  <a:noFill/>
                </a:ln>
                <a:solidFill>
                  <a:schemeClr val="tx1"/>
                </a:solidFill>
                <a:effectLst/>
                <a:latin typeface="Arial" panose="020B0604020202020204" pitchFamily="34" charset="0"/>
              </a:rPr>
              <a:t> 2023;6:e41936.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ONC. </a:t>
            </a:r>
            <a:r>
              <a:rPr kumimoji="0" lang="en-US" altLang="en-US" sz="1800" b="1" i="1" u="none" strike="noStrike" cap="none" normalizeH="0" baseline="0" dirty="0">
                <a:ln>
                  <a:noFill/>
                </a:ln>
                <a:solidFill>
                  <a:schemeClr val="tx1"/>
                </a:solidFill>
                <a:effectLst/>
                <a:latin typeface="Arial" panose="020B0604020202020204" pitchFamily="34" charset="0"/>
              </a:rPr>
              <a:t>US Hospital Participation in Health Information Networks</a:t>
            </a:r>
            <a:r>
              <a:rPr kumimoji="0" lang="en-US" altLang="en-US" sz="1800" b="1" i="0" u="none" strike="noStrike" cap="none" normalizeH="0" baseline="0" dirty="0">
                <a:ln>
                  <a:noFill/>
                </a:ln>
                <a:solidFill>
                  <a:schemeClr val="tx1"/>
                </a:solidFill>
                <a:effectLst/>
                <a:latin typeface="Arial" panose="020B0604020202020204" pitchFamily="34" charset="0"/>
              </a:rPr>
              <a:t> [data set]. 2026.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CMS. </a:t>
            </a:r>
            <a:r>
              <a:rPr kumimoji="0" lang="en-US" altLang="en-US" sz="1800" b="1" i="1" u="none" strike="noStrike" cap="none" normalizeH="0" baseline="0" dirty="0">
                <a:ln>
                  <a:noFill/>
                </a:ln>
                <a:solidFill>
                  <a:schemeClr val="tx1"/>
                </a:solidFill>
                <a:effectLst/>
                <a:latin typeface="Arial" panose="020B0604020202020204" pitchFamily="34" charset="0"/>
              </a:rPr>
              <a:t>Complications and Deaths—Hospital</a:t>
            </a:r>
            <a:r>
              <a:rPr kumimoji="0" lang="en-US" altLang="en-US" sz="1800" b="1" i="0" u="none" strike="noStrike" cap="none" normalizeH="0" baseline="0" dirty="0">
                <a:ln>
                  <a:noFill/>
                </a:ln>
                <a:solidFill>
                  <a:schemeClr val="tx1"/>
                </a:solidFill>
                <a:effectLst/>
                <a:latin typeface="Arial" panose="020B0604020202020204" pitchFamily="34" charset="0"/>
              </a:rPr>
              <a:t> [data set]. 2026. </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PROD_NEXTUNIQUEID" val="10009"/>
  <p:tag name="MMPROD_UIDATA" val="&lt;database version=&quot;7.0&quot;&gt;&lt;object type=&quot;1&quot; unique_id=&quot;10001&quot;&gt;&lt;object type=&quot;8&quot; unique_id=&quot;10002&quot;&gt;&lt;/object&gt;&lt;object type=&quot;2&quot; unique_id=&quot;10003&quot;&gt;&lt;object type=&quot;3&quot; unique_id=&quot;10004&quot;&gt;&lt;property id=&quot;20148&quot; value=&quot;5&quot;/&gt;&lt;property id=&quot;20300&quot; value=&quot;Slide 1&quot;/&gt;&lt;property id=&quot;20307&quot; value=&quot;256&quot;/&gt;&lt;/object&gt;&lt;/object&gt;&lt;/object&gt;&lt;/database&gt;"/>
  <p:tag name="SECTOMILLISECCONVERTED" val="1"/>
</p:tagLst>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3135313" rtl="0" eaLnBrk="1" fontAlgn="base" latinLnBrk="0" hangingPunct="1">
          <a:lnSpc>
            <a:spcPct val="100000"/>
          </a:lnSpc>
          <a:spcBef>
            <a:spcPct val="0"/>
          </a:spcBef>
          <a:spcAft>
            <a:spcPct val="0"/>
          </a:spcAft>
          <a:buClrTx/>
          <a:buSzTx/>
          <a:buFontTx/>
          <a:buNone/>
          <a:tabLst/>
          <a:defRPr kumimoji="0" lang="en-US" sz="62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3135313" rtl="0" eaLnBrk="1" fontAlgn="base" latinLnBrk="0" hangingPunct="1">
          <a:lnSpc>
            <a:spcPct val="100000"/>
          </a:lnSpc>
          <a:spcBef>
            <a:spcPct val="0"/>
          </a:spcBef>
          <a:spcAft>
            <a:spcPct val="0"/>
          </a:spcAft>
          <a:buClrTx/>
          <a:buSzTx/>
          <a:buFontTx/>
          <a:buNone/>
          <a:tabLst/>
          <a:defRPr kumimoji="0" lang="en-US" sz="6200" b="0" i="0" u="none" strike="noStrike" cap="none" normalizeH="0" baseline="0" smtClean="0">
            <a:ln>
              <a:noFill/>
            </a:ln>
            <a:solidFill>
              <a:schemeClr val="tx1"/>
            </a:solidFill>
            <a:effectLst/>
            <a:latin typeface="Arial" charset="0"/>
          </a:defRPr>
        </a:defPPr>
      </a:lstStyle>
    </a:lnDef>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6307</TotalTime>
  <Words>1085</Words>
  <Application>Microsoft Office PowerPoint</Application>
  <PresentationFormat>Custom</PresentationFormat>
  <Paragraphs>85</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Default Design</vt:lpstr>
      <vt:lpstr>PowerPoint Presentation</vt:lpstr>
    </vt:vector>
  </TitlesOfParts>
  <Company>Texas Woman's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UTHealth SON</dc:creator>
  <cp:lastModifiedBy>Pulaski, Jordan A</cp:lastModifiedBy>
  <cp:revision>98</cp:revision>
  <dcterms:created xsi:type="dcterms:W3CDTF">2002-12-20T21:18:36Z</dcterms:created>
  <dcterms:modified xsi:type="dcterms:W3CDTF">2026-08-07T08:55:32Z</dcterms:modified>
</cp:coreProperties>
</file>